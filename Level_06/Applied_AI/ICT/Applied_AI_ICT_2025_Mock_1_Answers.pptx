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4" r:id="rId11"/>
    <p:sldId id="273" r:id="rId12"/>
    <p:sldId id="268" r:id="rId13"/>
    <p:sldId id="264" r:id="rId14"/>
    <p:sldId id="265" r:id="rId15"/>
    <p:sldId id="266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39:24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4145 4815 0,'53'0'110,"212"0"-79,158 0 0,-247 0-15,-87 0-16,-1 0 15,0 0-15,18-17 16,-18 17-16,0 0 16,0 0-16,1 0 15,105 0 1,-106 0-16,0 17 16,229 1-1,-140-18 1,-1 18-1,36-18 17,-142 0-17,36 0 1,0 0 15,-35 0-31,-18 0 16,-18 0-16,18 0 15,70 0 1,-70 0-16,0 0 16,106 0-1,-106 0 1,0 0-16,70 0 16,106 0-1,-70 0 1,-106 0-1,-35 0-15,-1 0 16,1 0 62,35-18-62,-35 18-1,-1-18 1,-17 1 15,0-1 32,0-17-48,0-71 32,0 0-31,0 71 0,0-18-16,0 0 15,0-35 1,-17-53-1,17 0 1,-18 17 0,18 36-1,0 35 1,0-17 0,0 52-1,0-17 1,-124 35 156,1 0-157,-106 0 1,-177 0 0,89 17-1,-36-17 1,123 0-1,-34 18 1,-18-18 0,17 0-1,89 0 1,-54 0 15,177 0-31,-35 0 16,-35 0-16,52 0 15,-70 0 1,-18 0-16,71 0 16,-176 0-1,17 18 1,123-18 0,36 0-1,17 0 1,18 0-1,36 0-15,-36 0 16,0 0-16,-18 0 16,36 0-1,0 0-15,0 0 32,35 17 233,0 89-249,0-35-1,0-19 1,-18 54 0,18-35-1,0-36-15,0 0 16,0 18 0,0-35-16,0 88 31,0-36-16,0-52-15,0 17 16,0-17-16,0 35 16,18-18 15,-1 53 0,1-70-15,0 17-1,-18 0 1,0 1 0,17-19-1,-17 1 1,0 0 0,18-18-16,-18 17 15,17-17 173,1 0-157,106-17 0,87-1 0,-70-17-15,-123 35 0,17 0 15</inkml:trace>
  <inkml:trace contextRef="#ctx0" brushRef="#br0" timeOffset="14888.5">1676 9807 0,'35'0'156,"335"0"-124,71 0-1,194 18 0,-441-18-31,230 0 31,-248 0-15,71 17 0,18-17-1,-124 0 1,-18 0-1,-70 0-15,18 0 16,123 0 0,-88 0-16,-18 0 15,229 0 1,-87 0 0,-89 0-1,-53 0 1,18 0-1,0 0 1,-36 0 0,-35 0-1,-17 0 1,17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39:55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2681 4745 0,'18'17'31,"-1"1"-16,1-18 1,17 0 0,18 0 15,-18 0-15,1 0-1,-19 0-15,1 0 0,17 0 31,71 0-15,18 0 0,70 0-1,-71 0 1,36 35 0,-53-35-1,0 18 1,52-18-1,-52 0 1,-35 0-16,-18 0 16,88 0-1,-53 0 1,18 0-16,158 35 31,-87-35-15,34 0-1,1 0 1,-36 0 0,-17 0-1,-35 0 1,-89 0-16,35 0 16,54 18-1,-71-18-15,0 0 16,106 0-1,-71 0-15,0 0 16,194 0 0,-35 0-1,-106 0 1,89 0 15,-72 0-15,54 0-1,0 0 1,-124 0-16,0 0 16,212 0-1,-212 0-15,0 0 16,194 0 0,-176 0-1,177 0 1,-72 0-1,18 0 1,-70 0 0,88 0-1,-106 0 1,18 18 15,-88-18-31,17 0 16,-35 0-1,35 0 1,-18 0-16,1 0 16,52 0-1,-70 0-15,89 0 16,-37 0 0,1 0-1,35 0 1,-17 0-1,-18 0 1,-53 0 0,17 0-1,89 0 17,-18 0-1,-123 0-16,140 0 1,-69 0 0,-37 0-1,-16 0-15,-19 0 16,36 0 0,35 0-1,-35-18 1,-35 18-1,0 0 64,35-18-48,-36 18-16,1-17 17,17 17-17,-17 0-15,17 0 16,0 0 0,-17-18-1,0 18-15,-1 0 16,1 0-1,0-18 48,34 18-32,1-17 0,-35 17 1,0 0-17,-1-18 1,1 18 0,0-18-16,17 18 31,-18-17 0,19 17-15,-36-18-1,17 18 17,1-17-32,0-1 93,17-17-77,-17-1 0,-1 1-1,-17 0 1,18 0-1,-18-36 1,0 0 0,0 36-1,0 0-15,0-53 32,0 52-32,0-17 15,0 1 1,0 34-16,0-17 15,0-54 1,0 19 0,-18-1-1,18 54-15,0-1 16,-17-17 0,17 0-1,0 17 1,0 0-1,-18 18 157,-282 0-140,177 0-32,-177 18 15,0-18 1,123 0-16,1 0 15,-18 18 1,71-18-16,-71 17 16,-36 1 15,-369-1-15,299-17 15,35 0-16,1 0 1,-107 0 0,283 0-16,-106 0 15,0 0-15,88 0 16,-70 0-16,-1 0 16,-158 0-1,212 0-15,-283 0 16,106 0-1,-53 0 1,1-17 0,140-1 15,-35-17-15,106 35-16,17-18 15,-34 18 1,87-17-16,-70 17 15,53 0-15,0 0 16,-124 0-16,124-18 16,-124 18-1,141 0-15,-34 0 16,-125 0 0,72 0-1,-19-18 1,-123 18-1,36 0 1,17 0 0,53 0 15,141 0-31,-229 0 31,123 0-15,88 0-16,36 0 15,-88 0 1,70 0 0,17 0-1,-17 18 1,-17-18 0,-54 18-1,36-1 1,53-17-16,0 0 15,17 0 64,-17 18-48,35 0 109,-36 140-108,19-105-32,17 88 31,0-17 0,0-54-15,0-34-1,0-19 1,0 19-16,0 34 31,0 1-15,0-54-16,0 1 16,0 35-1,0-36-15,0 1 16,0 17 93,17-17-93,-17 17-1,53-35 314,88 36-314,36-19 1,-36 1-1,-106-1 1,53-17 0</inkml:trace>
  <inkml:trace contextRef="#ctx0" brushRef="#br0" timeOffset="14581.76">12753 5133 0,'18'35'94,"-1"18"-78,18-18-1,-17 1 1,-18-19 15,53 36-15,-35-35-1,17 17 1,18 18 0,17 18-1,-34-36-15,34 35 16,18 1 0,-35-36-1,88 53 1,-17 1-1,-1-19 1,-52-17 0,123 35-1,-18 1 1,107-54 15,-107-18-15,36 1-1,-124-18-15,35 0 16,160-18 0,-160 1-16,53-36 15,-17 35-15,-71-17 16,318-53 0,-212 35-1,0-35 1,18 35-1,70-53 1,-35 18 0,35-18 15,-229 88-31,159-158 16,-142 105 15,-17 18-31,0 0 15,53-35 1,-71 53-16,1 17 0,16-17 16,-16-18-1,-1 36 1,-17-19 0,17-17-1,0 18 1,0 17-1,-35 1 1,-35 17 93,-18 0-93,-53 35 0,-17 0-1,35 1 1,35-19 0,70-17 109,230-53-94,-123 53-16,52-35 1,-52 35 0,-89-18-1,-35 36 79,0 35-78,0 0-1,0 0 1,-18 70 15,1-17-15,-19 0-1,19-36 1,-1 1 0,18-36-1,0-17 1,-17-18 0</inkml:trace>
  <inkml:trace contextRef="#ctx0" brushRef="#br0" timeOffset="16052.74">18785 3404 0,'18'0'78,"0"36"-62,-18-19-16,17 54 15,1-18 1,0 0-1,-1 17 1,1-35 0,0-17-1,-18 0 1,0-1 0,35-17 109,18-70-110,53-18 1,52-18-1,-17-18 1,18 18 0,-88 71-16,-18 0 15,17-18 1,-35 18-16,18-1 31,-35 19-15</inkml:trace>
  <inkml:trace contextRef="#ctx0" brushRef="#br0" timeOffset="19615.3">27993 4815 0,'18'-17'375,"52"17"-359,89-18 15,-71 18-16,-17-18 1,-18 1 0,-36 17-16,18 0 15,-17 0 1,0 0 0,52 0-1,-17 0 1,-18 0-16,18 0 15,18-18-15,-1 18 16,72 0 0,-37 0-1,19-17 17,-1 17-17,-17 0 1,0 0-1,-18-18 1,-35 18 0,0 0-1,-35-18-15,17 18 16,18 0 0,0 0-16,17 0 15,36 0 1,-35 0-16,35 0 15,35 0 1,-71 0 0,-52 0-1,0 0 1,-1 0 15,1 0-31,17 0 16,18 0-1,-35 0-15,-1 0 16,19 0 0,-19 0-16,1 0 31,17 0-15,0 0-1,18 0 1</inkml:trace>
  <inkml:trace contextRef="#ctx0" brushRef="#br0" timeOffset="23382.7">2452 5874 0,'0'35'343,"35"-35"-327,0 18 0,18-1-1,-35 1 17,0-18-17,-1 0 16,18 0-15,1 18 0,34-18-1,18 17 1,36-17 15,-71 0-31,0 0 16,53 0-1,-53 0-15,-1 0 16,72 0 0,-71 0-16,0 0 15,-36 0 1,72 0 0,-36 0-1,17 0 1,18 18-1,0-18 1,54 0 0,-37 0 15,-16 0-31,87 0 16,-17 0 15,-106 0-31,17 0 15,36 0 1,-53 0-16,0 0 16,141-18-1,-53 18 1,-18-17 0,-17 17-1,53 0 1,-35-18-1,17 18 1,-36 0-16,-52 0 16,159 0-1,-124 0 1,36 0-16,123 0 31,-124 0-15,18-18-1,89 1 1,-54-1 0,-17 18-1,70-18 1,-70 18 0,35-17-1,-124 17-15,19 0 16,34 0-1,-17-18-15,-53 18 16,106 0 0,-107 0-16,37 0 15,-36 0 1,-1 0 15,-34 0 0,0 0 1</inkml:trace>
  <inkml:trace contextRef="#ctx0" brushRef="#br0" timeOffset="39395.47">29580 5239 0,'18'0'79,"-18"88"14,18 35-77,-18-52 0,0 0-1,17-1 1,-17-35-1,0 1-15,0-19 16,18 19-16,-18-19 16,0 1-1,0 17-15,0-17 16,0-1 0,18-17-1,17 0 79,194-88-78,-35 0-1,124 35 1,-36-35-1,-35 17 1,-124 36-16,-17 17 16,194-105-1,-212 88 1,36-1 0,-71 1-1,-18 35 16,-35-18 1,18 18-17,-1-17-15,1 17 16,-1-18 15,1 1-15</inkml:trace>
  <inkml:trace contextRef="#ctx0" brushRef="#br0" timeOffset="44064.43">2311 8767 0,'70'0'141,"212"0"-110,-193 0-31,34-18 15,-52 18 1,35 0-16,-36 0 0,18 0 16,53 0-1,36 0 1,105 0 0,-17 0-1,-1 0 1,18 0-1,-105 0 1,34 0 0,-17-18-1,-105 18 1,34-17-16,1 17 31,-89 0-31,18 0 0,-36 0 31,1 0-15,-18-18 0,18 18-1,17 0 1,-17 0-16,35 0 31,-53-18 63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40:59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21907 7373 0,'0'-18'78,"53"18"-15,36 0-32,175 0 0,-105-17-15,-89 17-1,-17 0 1,-17-18 0,17 18-1,0-18 1,35 18-1,0-17 1,35 17 0,36 0-1,-124 0 1,36 0-16,0 0 16,-19 0-16,90 0 31,-72 0-31,124 0 31,-53 0-15,-53 0-1,18 0 1,-18 0 0,1 0-1,52 0 1,-53 0-1,-35 0-15,0 0 16,53 0 0,-18 17-1,-35-17-15,176 18 16,-70-18 0,52 18 15,-52-1-16,53-17 1,-36 0 0,1 0-1,34 0 1,-52 0 0,-88 0-16,-1 0 15,-17 0-15,71 0 16,34 0-1,-105 0 1,159-17 0,-106 17-1,17-18 1,-17 18 0,35 0 15,106 0 0,-141 0-15,17 0-1,1 0 1,-54 0-16,1 0 16,105 0-1,-87 0-15,122 0 16,-34 0-1,-54 0 1,-52 0 0,-54 0-1,-17-18 282</inkml:trace>
  <inkml:trace contextRef="#ctx0" brushRef="#br0" timeOffset="3122.2">21502 1164 0,'0'18'62,"0"88"-31,0-71-15,0 53 0,0 0-1,0-17 1,0-18 0,0 0-1,0-36 1,0 1 15,0 0 0,0-1 1,0-70 77,17 18-93,-17-53-1,0 0 1,0 70-16,18-17 15,-18-53 1,53-1 15,-53 54-15,0 17 0,18 1-1,17-54 32,-17 54-31,-18-1-1,17 0 1,1 1-16,17-1 31,-17 18-15,-1 0 62,72 88-47,-72-52 0,-17-19-31,18 1 16,-18-1 0,0 19-16,0-19 31,0 1-15,-18 0-1,1-1 1,-36-17-1,-18 18 1,18-18 0,18 0-1,17 0-15,1 0 110</inkml:trace>
  <inkml:trace contextRef="#ctx0" brushRef="#br0" timeOffset="5400.47">21943 1376 0,'0'35'63,"0"-17"-48,0 35-15,0 17 16,0 18 0,0-35-16,0 0 15,0 0 1,0-88 62,0-71-47,17 0 0,-17 89-15,18-19-16,0 36 16,-18-17-16,0-1 15,35 0 1,-17 18 0,-1 0-1,19 18 1,-1 0-1,35 17 1,-17 0 0,-17-17-1,-19-18 1,1 0 0,-1 0 15,1 0-31,35-53 31,-35 35-15,-18 1-1,0-1 1,0 0 0,0 1 15,0-1 0,-18 18 0,0 35-15,1 1 0,17-1-16,-18 0 15,18 18 16,0 0-15,0-18 0,0 18-1,0-35-15,0 0 16,18-18 15,-1 0-15,1 0-16,35 0 15,88-18 1,-17-17 0,-36 17-1,-71-17 1,1-1 0,-18-17-1,18 1 16,-18-1-15,0 0 0,-18 88 77,18 141-77,0-17 0,0-35-1,35 70 1,1-53 0,-19-35-1,18 35 16,-17-106-31,-18 0 16,18-35 0,-1 0 15,-17-88-15,0-18-1,-17-88 1,-19 88-1,36-17 1,-17 88-16,17-18 16,0-53-1,0 53 1,0 35 0,0 1-1,0-1 16,0 0 1,17 18-17,1 0 1,0 0 62,17 18-62,-35 0-16,18-1 15,-1 1 1,1 35 0,-18-18-1,0-17 1,0-1 15,0 1 32</inkml:trace>
  <inkml:trace contextRef="#ctx0" brushRef="#br0" timeOffset="6110.78">23654 1570 0,'-53'0'31,"35"17"-31,-35 1 32,36 0-17,-1-1-15,0 1 16,1 35 0,17-35-1,0-1 1,0 19-1,0-19 1,0 1-16,0-1 16,0 1 15,17-18 16,19 0-32,-36-18-15,35-17 16,-17-18 0,-18 18-1,0 17 1,0-17 0,0 17-1,0 1 1,-18 17 15</inkml:trace>
  <inkml:trace contextRef="#ctx0" brushRef="#br0" timeOffset="7041.75">23812 1482 0,'0'0'31,"-52"17"-31,-1 19 16,17 16-1,36-34 16,0 17-15,0-17 0,18 17-1,17 1 1,1-19-16,-1-17 16,-18 36-1,1-19-15,0-17 16,-18 35-1,0-17 1,0 17 0,-18-17 15,0-18 0,1 0-31,-1 0 0,18-18 31,0 1-31,-17-19 16,17-52 0,0 53-1,123-36 1,-52 54 0,-54-1-1,1 18 1,0 0-16,-1 18 15,1 17 1,17 0 0,-17 1-1,-1-19 1,-17 1 0,0-53 140,0-36-156</inkml:trace>
  <inkml:trace contextRef="#ctx0" brushRef="#br0" timeOffset="7308.06">24095 1446 0</inkml:trace>
  <inkml:trace contextRef="#ctx0" brushRef="#br0" timeOffset="7719.19">24306 1288 0,'18'35'15,"0"106"1,-1-18-1,1 1 1,-18-18 0,18-36-1,-18-34 1,0-19 0,0-52 77</inkml:trace>
  <inkml:trace contextRef="#ctx0" brushRef="#br0" timeOffset="8311.46">24306 1729 0,'18'0'47,"17"0"-32,-35-18 1,36 18 15,-1 0-15,0 0-1,0 0 1,-17 0-16,0 0 16,-1 18 15,1-1-16,0-17 17,-1 18-17,-17 0 1,18 34 15,-18-34-15,0-53 124,0 17-124</inkml:trace>
  <inkml:trace contextRef="#ctx0" brushRef="#br0" timeOffset="8631.68">24606 1464 0</inkml:trace>
  <inkml:trace contextRef="#ctx0" brushRef="#br0" timeOffset="10015.12">24906 1482 0,'-18'53'62,"1"-53"-46,17 17-16,-18 18 16,18-17-1,-17 17 1,17 18 0,0 0-1,0-17 16,0-19-15,0-52 109,0 0-109,0 17-1,0-17 1,0-1 0,0 19-1,17-1 1,-17 0-1,18 18-15,35-17 32,35-1-17,-53 18 1,-17 0 0,-1 35 15,-17 18 0,18 0-31,-18-17 16,0-19-1,0 1 1,0-71 62,18 18-62,17-71-1,0 35 1,-17 36 0,35 0 15,-18 52 16,0 36-32,-17-35-15,0 0 16,-1 17 0,19 0-1,-19 18 1,-17-35-1,0 17 1,18-35 125,0 0-94,-1-35-47</inkml:trace>
  <inkml:trace contextRef="#ctx0" brushRef="#br0" timeOffset="11618.69">25806 1464 0,'-18'0'109,"-53"71"-77,36-19-1,35 1 0,0-35 0,0 0-15,18-1 15,-1 1-15,-17 0-16,18-18 16,0 0-1,-1-18 16,-17 0-15,0-17 0,0-18-1,0 35 32,53 107 63,-35-89-110,0 0 15,-1 0 48,36-36-32,-18-69-15,-35 87-1,18-17-15,-18 17 16,0-88 15,0 53-15,0 18-1,0 0 1,0-1 0,0 1-1,0 18 16,-18 17 16,1 35 16,17 0-48,0 18 1,0 53 0,0 0-1,17-53 1,-17-36-16,36 18 16,17 36-1,-36-71-15,-17 18 16,36 17-1</inkml:trace>
  <inkml:trace contextRef="#ctx0" brushRef="#br0" timeOffset="12882">27129 900 0,'0'52'47,"0"37"-32,0-19 1,0 18 15,0-35-31,0 124 31,0-54-15,0-88-16,0 1 16,17-19-1,1-17 32,-18-35-16,0-18-15,0 36 0,0-19-1,18 19 1,-18-1-16,17-17 16</inkml:trace>
  <inkml:trace contextRef="#ctx0" brushRef="#br0" timeOffset="13614.85">27411 1199 0,'0'18'47,"0"0"-32,0 17-15,0 53 47,0-35-47,0 0 31,35-53 32,-17 0-47,17-35-1,-17-1 1,-18-16 15,0 16-15,0 19-1,0-19 1,0 1 15,0 17-15,0 36 156,35-18-157,35 0 1</inkml:trace>
  <inkml:trace contextRef="#ctx0" brushRef="#br0" timeOffset="14615.6">27958 1094 0,'-36'0'94,"36"70"-63,0-17 0,0-18-15,18 1-1,17-1 1,-17-17 0,-18-1-1,0 1 1,0 17-1,0 0 1,-18 1 0,-17-19-16,35 1 15,-35 0-15,17-18 32,18-18-1,0-53 0,0 1-31,0 52 16,0-70-1,53 70 1,-18-35 0,18 36-1,-35 17-15,-1 0 16,1 0 93,17 70-78,-17-52-15,0 0 0,-1-18-1,-17 17 1,0-34 93,0-54-93</inkml:trace>
  <inkml:trace contextRef="#ctx0" brushRef="#br0" timeOffset="14965.99">28116 1023 0,'18'18'171,"17"-1"-155,1 1 0</inkml:trace>
  <inkml:trace contextRef="#ctx0" brushRef="#br0" timeOffset="15915.12">28399 1058 0,'0'18'141,"-18"17"-126,18-17-15,-18 17 16,18-17-1,0-1-15,0 19 16,0 17 0,0-18-1,0-17 1,0 17 0,0-18 30,18-17-14,17-17 15,-35-1-32,18 18 1,0 0 46,-1 0 32,1 0-47,-1 0-16,-17 35 94,-35 54-109</inkml:trace>
  <inkml:trace contextRef="#ctx0" brushRef="#br0" timeOffset="21279.17">24941 2187 0,'0'18'93,"0"105"-61,0-70-32,-17 212 46,17-248-30,0 36-16,0-17 16,0-1-1,0-70 110,0-54-109,0 37-16,0-90 16,0 1 15,0 35-31,0 36 31,0 35-15,35 17-1,-35 0-15,18 1 0,-1 17 16,-17-36 0,18 19-1,0 17 1,-1 17 93,1 1-78,-1 17-31,19 71 32,-1-18-17,0 1 1,1-36 0,-19 17-1,1 1 1,0-18-1,-1-18 1,1-18 0,-18-87 187</inkml:trace>
  <inkml:trace contextRef="#ctx0" brushRef="#br0" timeOffset="22218.25">24977 2505 0,'88'-18'156,"-35"0"-140,0 1-1,-18 17 1,0-18-16,-17 18 16,0 0-1</inkml:trace>
  <inkml:trace contextRef="#ctx0" brushRef="#br0" timeOffset="24747.44">26017 2099 0,'0'18'156,"0"35"-140,0 52 0,0-34-1,0 0 1,0 34-1,0-87-15,0 17 16,0 1 0,0-19-1,0 1 1,0-1 0,0 1-1,-17-71 110,17 36-109,0-36-16,0 17 15,0-69 1,0-1 0,0-53-1,0 124 1,0 17 15,17 18 63,36-35-63,18 17-15,-36 18-1,18 0 1,-35 0 15,-1 35-15,1 36 0,-18-18-1,0-36 1,0 1-16,0 17 31,0 1-15,0-19-1,-18-17 1,18 18 0,18-18 218,52 18-218,-17-18-1,-35 0 1,0 17-1,-18 1 1,17 0-16,-17 17 31,0 18-15,0-36 0,0 19-1,0-1 1,0 0 31,0-17-32,-35-1 1,-36 1 0,54-18-16,-18 0 15,-1 18-15,1-18 16,17 0-1,1-18 48,-1-17-32,18 17 0,-18 18-15,1 0 140</inkml:trace>
  <inkml:trace contextRef="#ctx0" brushRef="#br0" timeOffset="26730.49">27534 2134 0,'-17'0'187,"-1"0"-171,0 0-1,-17 0 1,17 0 0,1 0-1,-1 0 1,1 18 15,-1 17 0,18-17 1,0-1-1,-18 1 0,18 17-15,0-17 15,0 0-15,0 17-1,0-17 1,0-1-16,0 1 15,0 17 1,0-17-16,0 17 31,18-17-15,0 17 15,-1 0 0,1-35-15,-1 18 15,36 0 16,-17-18-31,17 17-1,-1-17 1,-16 0-16,52 0 31,-70 0 32,-1-70-32,19 52-15,-19-17-1,-17 17 32</inkml:trace>
  <inkml:trace contextRef="#ctx0" brushRef="#br0" timeOffset="28691.48">25435 2240 0,'0'18'141,"18"35"-110,17 17-15,0-34-1,-35-19 1,18 18 0,0-17-1,-18 17 1,17-17-1,1 0 1,-18-1 0,0 1-1,18 0 17,-18-89 124,17 18-141,-17-70 1,18 52 0,0 36-16,-18-1 15,17 1 1,-17 18 62,0-1-47</inkml:trace>
  <inkml:trace contextRef="#ctx0" brushRef="#br0" timeOffset="31560.54">26776 2611 0,'0'-36'235,"0"-17"-204,0 36-31,17-36 16,1-35-1,-18 52 1,18 19 15,-18-36-15,35 35-1,-35-17 1,0 17 15,0 1-15,18-1 15,-18 0-15,17 18-16,-17-35 31,0 17 0,18 18 32,0 36 390,-1 17-422,-17-36 0,18-17-15,-18 18 0,17 35 30,1-18-30,-18-17-16,0 17 16,18 18-1,-1 0 1,1-53-16,-18 35 16,0-17 15,18-1-31</inkml:trace>
  <inkml:trace contextRef="#ctx0" brushRef="#br0" timeOffset="66269.14">26688 8484 0,'53'18'125,"-18"0"-110,53 52 1,-35-35-1,0 18 1,-18-35 0,0 17-1,1 1 1,-1-1 0,18-35 15,-53 17 31,18-17-46,-1 18 0,1 0-1,-1-1 16</inkml:trace>
  <inkml:trace contextRef="#ctx0" brushRef="#br0" timeOffset="66749.61">27040 8343 0</inkml:trace>
  <inkml:trace contextRef="#ctx0" brushRef="#br0" timeOffset="67358.77">27040 8343 0,'0'35'47,"0"36"-31,-35 0-1,17-1 1,1-52-16,-1 17 15,18 0 1,-35 54 0,0-72-16,17 36 15,-17 18 1,17-36-16,0 0 16,1-17-16,-18 35 15,35-36 16,-18 1 1</inkml:trace>
  <inkml:trace contextRef="#ctx0" brushRef="#br0" timeOffset="68151.78">27481 8943 0,'18'0'110,"0"0"-95,17 18 1,-35 17 0,0 0-1,0 18 1,0-35 0,0-1-16,0 54 15,-18-36 16,1-35 1,34-18 140,54-34-157</inkml:trace>
  <inkml:trace contextRef="#ctx0" brushRef="#br0" timeOffset="69842.89">27958 8326 0,'17'17'141,"1"1"-126,-18-1 1,35 19 0,-17-19-16,-1 19 15,54 34 1,-18-35-1,-18 1 1,0-19 0,-35-34 93,36-36-78,-19 35-31,19-35 32,-19-17-17,1 34 1,0-16-1,-1-19 1,-17 36 0,0 17-1,0 0 1,0 71 156,0 18-157,-17-36-15,17 36 16,0-18-16,-18 52 16,0-52-1,18 18-15,0 0 16,0 17 0,0-35-1,0-36 1,0 1-1,-17-18 79,-1 0-78,0 0-1,-35 0 1,18 0-16,-53 0 16,53-18-1,-1 1 1,19-1 15,17 0-15</inkml:trace>
  <inkml:trace contextRef="#ctx0" brushRef="#br0" timeOffset="70766.28">28875 8819 0,'0'18'156,"53"53"-125,-36-18 1,-17-36-17,0 1 1,0 17 0,0 0-1,0-17 1,0 17-16,-17-17 15,17 0 17</inkml:trace>
  <inkml:trace contextRef="#ctx0" brushRef="#br0" timeOffset="72698.31">29298 8220 0,'18'0'141,"35"0"-125,-18 0-1,71 0 1,-71 0 0,-17 0-1,-1 0 1,1 0 15,0 0-15,-1 0-1,-17 35 220,-17 36-220,-1-54-15,0 36 16,1-18 0,-54 71-1,54-18 1,-19-35-1,-17 0 1,36 0 0,-1-18-1,-35 18 1,53-35 0,0 0-1,-17-1 16,17-34 126,0-36-142,0 35-15,17 0 32,1-17-17,-1 35-15,1-17 31,0 17-15,17 0 31,18 17-31,-35 1-1,52-1 1,-35 1-1,-17-18 1,0 0 31,17 0 15,-17 0-30,-1-18-32,-17 1 31,18 17-15,-18-18 15</inkml:trace>
  <inkml:trace contextRef="#ctx0" brushRef="#br0" timeOffset="84294.85">26529 9596 0,'0'0'0,"-18"0"16,-17 17 46,35 1-46,-53-1 0,0 19-1,18-1 1,-18 0 15,53 1-15,-35-19-1,17 18 1,18-17 0,0 0-16,0-1 15,-18 1 1,18 0-1,0-1 1,0 19 0,0-19-1,0 1 1,18 0 15,0-1-15,-1-17-1,19 18 17,-1-18-17,-18 0 1,1 0 31,35-18-16,18 18 0,-54-17 1</inkml:trace>
  <inkml:trace contextRef="#ctx0" brushRef="#br0" timeOffset="85706.54">26864 9772 0,'-35'-18'16,"17"18"46,18 18-46,0 0 0,-18-1-1,1 18 1,17-17-1,-18 17 1,18-17 0,-17 17-1,17-17 1,0 0 0,0-1-1,17-17 126,36-17-126,-18-1 1,-17-17 0,0 17-1,-1 0 1,-17 1-16,0-19 31,0 19-15,0-1-1,0 1-15,0-1 32,18 18 93,17 70-110,-35-52 1,35 35 0,-17-18-1,0-17 1,-18 0 15,17-18 94,-17 17-109</inkml:trace>
  <inkml:trace contextRef="#ctx0" brushRef="#br0" timeOffset="86330.35">27305 9543 0,'18'53'93,"-1"17"-77,1 18 0,0-17-1,-1-18-15,1 35 32,-18-17-1,0-89 125,0 0-156</inkml:trace>
  <inkml:trace contextRef="#ctx0" brushRef="#br0" timeOffset="87103.13">27164 9878 0,'35'-18'78,"53"-35"-47,-52 53-15,-19 0-16,1 0 16,17-17-16,-17-1 15,-1 18 1,1-18 124</inkml:trace>
  <inkml:trace contextRef="#ctx0" brushRef="#br0" timeOffset="88114.64">28363 9931 0,'0'53'250,"18"-36"-234,-18 36-16,0 0 15,0 35 1,-35 0 0,17-35-1,-53 36 1,54-72 0,-1-17 15</inkml:trace>
  <inkml:trace contextRef="#ctx0" brushRef="#br0" timeOffset="92342.76">29104 9596 0,'0'70'78,"-17"1"-62,-1 34 0,-17-16-1,17-36 1,18-36-1,0-34 79,-18-1-78,1-17-1,17 17 1,-18-17 0,18 17-1,0 0 1,0 1 31,0-18-16,0 52 250,0 1-249,0-1 218,0 1-235,0 17 1,0-17-1,0 0 1,0 17 0,0 0-1,0-17 1,0 17 0,-18-35-1,1 18 16,-19-1 1,19-17-17,-36 18 1,35-18 0,1 0 77,-19 0-61,19 0-17,-1-18 1,18 1-16,-18 17 15,1-18 17</inkml:trace>
  <inkml:trace contextRef="#ctx0" brushRef="#br0" timeOffset="93200.74">28822 9772 0,'0'-18'109,"0"-17"-93,35 35 0,-35-18-1,35 1-15,-17 17 16,17-18-16,54 0 31,-54 1-31,0 17 16,53-18-1,-52 18-15,-19 0 16,1 0 0</inkml:trace>
  <inkml:trace contextRef="#ctx0" brushRef="#br0" timeOffset="94464.18">29616 9684 0,'-71'35'125,"18"-17"-109,53-1-1,-17 1-15,-1 0 31,0 34 1,1-34-32,17 0 15,0-1-15,-18 19 32,18-19-17,0 1 1,0 17-1,18-35 79,52-35-63,-17-18 1,-53 18-17,0 17 1,0-35 0,0 0-1,0 36 1,0-1-1,0 36 95,53 105-79,-35-70-31,-1 18 31,1-71-15,-18 17 0,18-17 15,-18-17 0,0-1-15,17 0-16,-17 1 15,0-1 17,18 18 30,0 0-62</inkml:trace>
  <inkml:trace contextRef="#ctx0" brushRef="#br0" timeOffset="95315.15">29898 9648 0,'-35'0'93,"-18"36"-77,35-19 0,0 19-1,18-19 1,0 1 0,0 17-1,0-17 1,0-1-1,0 1-15,0 0 32,0 17-32,18 0 31,17 1-15,-17-19-1,0-17 1,-1 0 15,1 0-15,0 0-16,-1 0 31,1-17 141,-1 17-157,19-18 1</inkml:trace>
  <inkml:trace contextRef="#ctx0" brushRef="#br0" timeOffset="96046.65">30162 9490 0,'0'17'125,"0"36"-109,0 0-16,18 18 15,0-54-15,-18 36 0,17 0 16,-17 0-1,0 0 1,0 0 0,18-35-1,-18-1 1,0-52 156</inkml:trace>
  <inkml:trace contextRef="#ctx0" brushRef="#br0" timeOffset="97263.65">30321 9648 0,'-53'53'171,"0"-17"-139,36-19-32,-1 1 31,0-18 0,18 18-31,18-18 188,53 0-157,-18 52 0,-18 37 0,-17-54 1,-18-17-17,17-18 63,1 17 1,-1-17 46</inkml:trace>
  <inkml:trace contextRef="#ctx0" brushRef="#br0" timeOffset="97635.18">30709 9895 0,'18'0'141</inkml:trace>
  <inkml:trace contextRef="#ctx0" brushRef="#br0" timeOffset="98030.73">31080 9895 0</inkml:trace>
  <inkml:trace contextRef="#ctx0" brushRef="#br0" timeOffset="98452.76">31468 9860 0</inkml:trace>
  <inkml:trace contextRef="#ctx0" brushRef="#br0" timeOffset="98766.58">31609 9842 0</inkml:trace>
  <inkml:trace contextRef="#ctx0" brushRef="#br0" timeOffset="99151.47">31821 9807 0</inkml:trace>
  <inkml:trace contextRef="#ctx0" brushRef="#br0" timeOffset="99478.54">31997 9807 0</inkml:trace>
  <inkml:trace contextRef="#ctx0" brushRef="#br0" timeOffset="105806.54">14393 4357 0,'71'0'93,"17"0"-77,-53 0 0,124 0-1,-53 0 1,0 0 0,17 0-1,-17 0 1,18 0-1,17 0 1,17 0 15,1 0-15,-106 0-16,0 0 16,159 0-1,-177 0 1,71 0-1,-53 0 1,35 0 0,-18 0-1,36 0 1,0 0 0,88 0-1,-70 0 1,70 0-1,-141 0 1,-1 0 0,1 0-16,18 0 15,52 0 1,-52 0-16,17 0 0,-17 0 16,123 0-1,53 0 1,-106 0-1,-18 0 1,-52 0-16,-18 0 16,17 0-1,-17 0 1,18 0 0,-54 0-16,19 0 15,34 0 16,-52 0-31,0 0 16,34 0 0,-16 0-1,-1 0 1,0 0 0,-17 0-1,0 0 63,105 17-62,-88-17-16,1 0 31</inkml:trace>
  <inkml:trace contextRef="#ctx0" brushRef="#br0" timeOffset="115779.01">26899 10460 0,'0'17'78,"0"54"-46,0-36-32,18 1 15,-18 17-15,0-18 16,0 71 0,0-18-1,0-35-15,0 0 16,0 35-1,0-53-15,0 18 16,0 0 0,0-71 77,0-52-77,0-54 15,0 89-15,0 17-16,-18-87 16,1 16-1,17 1 1,0 53-1,0 0 1,0-1 0,17 1-1,1 17 17,0-17-17,-1 35 1,36-18 15,0 1-15,0 17 15,-35 0-15,-1 0-1,19 0 1,-36 17-16,17-17 15,18 18 1,-35 0 0,18 35 15,0 0-15,-1-36-16,-17 19 15,0-1-15,0-18 16,-53 72-1,18-36 1,0-36 15,17-17-31,1 0 47,-19 0-31,19 0 15,-1 0-15,0 0 15,1-17-15,17-1 93,0 0-93,17 18-1</inkml:trace>
  <inkml:trace contextRef="#ctx0" brushRef="#br0" timeOffset="116993.06">27817 10777 0,'-53'0'110,"-18"36"-79,53-36-15,1 53 15,-1-36-15,18 1-1,0 35 1,0-18-1,0 0 1,0 1-16,18-36 16,-18 17-16,0 1 15,0-1-15,17-17 32,1 0 30,17-70-31,-17 52-15,-18-17 0,0 17-16,18 18 15,-18-35-15,17 35 16,-17-35-1,18 17 1,-18 1-16,0-1 31,0 36 47,0 52-46,18-52-17,-1 17 1,1-17 0,-18-1-1,17 1-15,1-18 16,-18 35-1,18-35 1,-1 0 15,1 0 94,0-17-109,-1-1-16</inkml:trace>
  <inkml:trace contextRef="#ctx0" brushRef="#br0" timeOffset="118983.97">28081 10795 0,'0'35'47,"18"1"-31,-18 16-1,0-16 1,0 34-1,0-17 1,0-35-16,0-1 16,0-69 93,17-90-78,1 125-31,-18-1 16,0 1 0,18 17-1,-18-18 1,17 18-1,19 0 1,34 18 0,-17-1-16,-18-17 15,54 18 1,-89-36 78,0-17-79,0 17-15,0-17 32,0 17-1,-18 18-16,0 0 17,1 0-1,17 18-15,-18 17-1,18 36 1,0-36-1,0 0-15,0 36 16,0-36 0,18-35-1,-1 35 1,-17-17 0,18-18-1,17 0 1,0-35-1,1 0 1,17-1 0,-18-17-1,-17 36 1,-1 17 0,18 53 62,-17-36-63,17 1 1,18-71 93,0 0-93,-53 0-16,18 18 16,-18-89-1,0-17 16,-18 141 1,18 36 108,0 140-124,35-105 0,-17-19-1,0 19 1,-18-53-1,0-1 1,17-17 0,1 0 62,35 0-63,0 0 1,0 0 0,-36-17-1,1-1 1</inkml:trace>
  <inkml:trace contextRef="#ctx0" brushRef="#br0" timeOffset="119696.08">28769 10883 0,'53'-17'110,"53"-36"-79,-89 35 0,1 18 79,-18-18-95,35 18 32,-17 0-31</inkml:trace>
  <inkml:trace contextRef="#ctx0" brushRef="#br0" timeOffset="120463.19">29616 10460 0,'0'17'46,"0"36"-30,-36 0 0,36 18-1,-17-18 1,17 17 0,0-52-16,0 17 15,0-17 1,0 35-16,0 0 15,0-18 1,0 18-16,17 0 31,19-18-15,-19 0 0,19-17-1,-19-18 126</inkml:trace>
  <inkml:trace contextRef="#ctx0" brushRef="#br0" timeOffset="121096.19">29810 10742 0,'53'35'94,"17"18"-78,1-17-1,17 16 1,-35-16-16,0-1 16,0-17-1,-36-18 1,-17-36 156,0 1-172</inkml:trace>
  <inkml:trace contextRef="#ctx0" brushRef="#br0" timeOffset="121647.56">30233 10742 0,'-18'35'78,"-35"36"-62,53-53-1,-123 123 1,52-71-1,54-17 17,-36-18-17,53-17 1,-18 0-16,18-36 141,36 0-126</inkml:trace>
  <inkml:trace contextRef="#ctx0" brushRef="#br0" timeOffset="122264.23">30445 10936 0,'0'18'78,"17"70"-47,-17-35 0,0-18-15,0 0-1,-17 1 1,-19-1 0,1 0-1,18-17 1,34-18 109,1-18-109,17 1-1</inkml:trace>
  <inkml:trace contextRef="#ctx0" brushRef="#br0" timeOffset="123612.38">30709 10601 0,'0'53'47,"0"0"-31,0-36-1,18 19 1,0-1-1,-18 0 17,17-35-17,-17 18 1,35-18 46,1 0-46,17 0 0,-53-18-1,35-17 1,-17 0 0,17-1-1,-35 19 1,0-1-1,0 1 17,0-1-32,0 0 31,0 36 125,18 105-125,-1 18 1,1-17-1,-18-54-15,0-34-1,0-1 1,-18 18-1,-17 0 1,17-53 0,1 0-16,-1 0 31,-17 0-15,17 0-1,0 0 1,1 0-1,17-18 157</inkml:trace>
  <inkml:trace contextRef="#ctx0" brushRef="#br0" timeOffset="125079.32">31062 10336 0,'35'0'172,"18"36"-156,-35-19-16,0 1 15,17 17 1,0 0 0,-35-17-1,18 0-15,-18 35 32,17 0-17,1-18 1,0 0-1,-18-17 1,17 70 31,-17-35-31,0 0-16,0-36 15,0 54 1,0-53-16,0 35 15,0 17 1,-17-35 0,17-17-1,-18-18 204,18 18-219</inkml:trace>
  <inkml:trace contextRef="#ctx0" brushRef="#br0" timeOffset="161390.66">26652 11536 0,'-53'-18'125,"-141"-88"-94,-53 36 0,212 70 0,35 17-15,0 19 0,0-1-1,-17 0-15,17-17 16,0 52-1,0-34 1,17 17 0,54 0-1,-18-18 1,17 18 0,18-18-1,1-35 1,-36 35-1,-36-17 1,1-18 0,-18 18 15,17 17-15,-17-17-16,0 17 0,0 18 31,-17-36-16,-1 1 1,1-18 0,-1 0-1,0 0 17,1 0-17,-1 0 16</inkml:trace>
  <inkml:trace contextRef="#ctx0" brushRef="#br0" timeOffset="162044.65">26987 11783 0,'-17'0'47,"-1"35"-31,-17 0 0,17-17-1,18 0-15,-17-1 16,17 1-1,0 0-15,0-1 32,0 18-17,17-35 1,1 36 0,17-36-1,0 17 1,-17-17 31,17 0-32,54-17 17,-36-36-17,-18 35-15,18 1 16,-18-1-16</inkml:trace>
  <inkml:trace contextRef="#ctx0" brushRef="#br0" timeOffset="162711.89">27393 11765 0,'0'18'31,"0"-1"-15,-17 19-1,17-1 1,0 18-1,0-35 1,0 34 0,0-34-1,0 0 1,17-18 0,36 0 30,-35-18-14,-18-35-1,0 0-15,0 36-16,0-36 31,-18 35 0,0 18-15,1 0-16,-18 0 31,35 35 16,0-17-32,17-18 1,1 0 0</inkml:trace>
  <inkml:trace contextRef="#ctx0" brushRef="#br0" timeOffset="164194.54">27764 11800 0,'-18'36'16,"18"17"0,0-18 15,0 0-15,0 18-16,0-18 15,0 89 1,0-1-1,0-17 1,0-88 0,0-36 93,0-35-93,0-176 15,-18-71-15,1 71-1,17 141 1,0 52-1,0 1 1,17 35 0,36 0 15,-17 35-15,-19 1-16,18-1 15,-17 18 1,-18-18-16,18 0 15,-1 18 1,-17-35 0,0-1 15,0 1-15,0 0-1,18-18 79,35 0-63,-18 0-31,53 0 16,-52-18-1,-19 0 1,1 1 15,-18-18-31,0 17 16,0-17-16,0-1 16,0-17-1,18 36-15,-1 52 78,54 124-46,-1-106-1,-34-53 0,-19 0-15,19-18 15,-36 0-31,0-17 31,17 35-15,1 0 15,-18-17-15,17 17 77</inkml:trace>
  <inkml:trace contextRef="#ctx0" brushRef="#br0" timeOffset="167125.57">23072 12400 0,'17'0'31,"1"0"16,-18 18 15,0 123-31,0-123-15,18 70-16,-18-71 16,17 89 15,18-35-15,-17-36-1,-18 18 1,18-35-1,-1-1 1,-17 1 0,0 17-1,18-17 1,0-1 0,-18 1-1,17-159 204,1-18-203,-18 53-1,0 53 1,0 36-1,18-54 1,-1 1 31,1 34-31,-18 19-1,0-1 1,18 0-1</inkml:trace>
  <inkml:trace contextRef="#ctx0" brushRef="#br0" timeOffset="168230.89">22895 12788 0,'18'0'109,"0"-17"-77,87-19-1,-69 19-16,17-1-15,-36 18 16,71-18 0,-35 1-1,-17-1 1,-1 18 0,-17 0-1,34-18 1,-34 1-1,17 17 1,-17 0 31</inkml:trace>
  <inkml:trace contextRef="#ctx0" brushRef="#br0" timeOffset="169294.76">23760 12629 0,'17'0'110,"1"18"-95,-1 0 1,19 17 0,-1-17-1,0 17 1,-17-17-1,0 17 1,-1-18 0,19 1 15,-36 0-31,17 17 31,1-17-15,-1-1 15,-17-34 203</inkml:trace>
  <inkml:trace contextRef="#ctx0" brushRef="#br0" timeOffset="170270.34">24077 12524 0,'18'0'62,"-18"35"-15,0 0-31,0 0 0,0 18-1,-18 0 1,0 0-1,18-35-15,-17-1 16,-1 19 0,18-19-16,-17 19 15,-1-19 1,18 1 0,-18 17-1,-17-17 1,35 17 15,-18-35-31,18 18 47</inkml:trace>
  <inkml:trace contextRef="#ctx0" brushRef="#br0" timeOffset="171285.12">23901 12771 0,'35'17'125,"18"18"-94,-18-17-15,-17 0 0,17-1 15,-35 1-31,18 0 31,-1-1-15,1-17 31,0 18-32,-1 17 1,19-17 0</inkml:trace>
  <inkml:trace contextRef="#ctx0" brushRef="#br0" timeOffset="172159.3">23848 13106 0,'0'-18'110,"0"-17"-95,0-18 1,17-18 0,1 36-16,0-53 15,-1 35 1,1 18 0,-18-1-1,0 19 1,0-1-1</inkml:trace>
  <inkml:trace contextRef="#ctx0" brushRef="#br0" timeOffset="173359.71">24165 12541 0,'0'18'141,"0"0"-126,0-1-15,0 1 16,0 17 0,0-17-16,-17 35 15,17-36 1,0 19 0,0-1 15,-18-35-16,18 35 1,0-17 0,-18 17 15,18-17-15,0-1-16,0 1 15,-17 17 1,-1-17-1,0-1 1,18 1 0,-17 0-1,17-1 1,-18-17 0</inkml:trace>
  <inkml:trace contextRef="#ctx0" brushRef="#br0" timeOffset="178084.22">23795 12647 0,'35'0'93,"71"18"-61,-88-1-17,52 1 1,-70 17 0,35-17-1,-17 0 1,17-1-1,-17-17 1,0 35 0,-1-17-1,1-18-15,0 18 32,-1-1-17,1-17 1,-18 18-1,0 0 1,17-18 0,-17 17-1,18-17 32,-18 18-16,0 0-15,18-18-16,-18 17 0,0 1 31</inkml:trace>
  <inkml:trace contextRef="#ctx0" brushRef="#br0" timeOffset="179246.63">24218 12506 0,'0'35'63,"0"-17"-48,0 0-15,0-1 16,-17 18 0,17-17-16,-18-18 15,0 53 1,1-35-16,17 17 16,-18-17-16,0-1 15,18 36 1,-35 0-1,17-18 1,1 1 15,17-19-31,-18-17 16,1 35 0,17-17-1,0 0 16,-18-1 16,18 1-31,-18 17 0,18-17-1,0 0 1</inkml:trace>
  <inkml:trace contextRef="#ctx0" brushRef="#br0" timeOffset="180623.34">23795 12647 0,'17'18'109,"54"35"-93,-53-36 0,-1 1 15,1 0-16,17-1 1,-17 1 0,0 17 15,-1-17-15,1-1-1,17 1 1,-35 0 15,18-18-15,-1 17-1,-17 1 1,18-18 0,0 18-1,-1-18 1,-17 17-1,18 1 17,0 17-1,-1-35-15,1 0-1,-18 18 1</inkml:trace>
  <inkml:trace contextRef="#ctx0" brushRef="#br0" timeOffset="185583.56">25153 12400 0,'18'35'125,"-18"142"-78,0-18-15,0-107-17,0-16 1,0 17-1,0 0 1,0-36-16,0 36 31,0-35-15,-18-71 109,-17-71-94,-1-17-15,19 88-16,17 18 15,0-53 1,0 35-16,0 18 16,0-18-1,0 35 1,17-17 0,-17 17 30,18 18-30,17-17 0,-17 17 15,0 0-15,-1 0-1,1 0 1,0 0-16,-1 17 15,36 1 1,-35-1 0,-18 1-1,17 35 17,-17 0-17,18-35-15,-18-1 16,0 19-16,0 16 31,0 1-15,-18-53-1,18 18-15,-17 17 32,-1-35-17,-17 18 32,17-18-31,1 0 15</inkml:trace>
  <inkml:trace contextRef="#ctx0" brushRef="#br0" timeOffset="187175.47">25488 12665 0,'0'17'78,"0"36"-63,0-17 1,0-1-16,0 53 16,0-53 15,0-17-31,0-71 125,0-35-109,0 35-1,0 35 1,18 1 15,-1 17 16,1 0-31,17 0-1,18 35 1,-17 0-1,-1-17 1,-18-18 47,1-18-48,0-17-15,-1 17 31,-17 1-15,0-1 31,0-17-31,0 17-1,0 0 1,0 1-16,0 52 94,-17 18-79,17 0 1,-18-18-1,18-17 1,0 17 0,0 0 15,0-17-15,0 0-1,0 17 1,18-35-16,-1 18 31,1-18-15,0 17-16,17-17 31,-17 0 16,-1 0 62,1 0-93</inkml:trace>
  <inkml:trace contextRef="#ctx0" brushRef="#br0" timeOffset="190501.77">25682 12806 0,'-17'0'204,"-1"0"-189,0 0 1,1 17 15,17 1-15,0 0-16,0-1 15,0 19 1,0-19 0,0 1-1,0 0 1,0-1 78,17-17-79,1 0 1,17 0-1,-17 0-15,17-17 32,-35-19-17,0-17 1,0 0 0,0 1-1,0 34 1,0 0-1,18 71 79,-1-18-78,1-17-16,0 17 15,-1 1 1,1-36 0,-18 17 15,18-17-15,-1 0-1,1-35 1,-18 17-16,0 1 15,18-19 1,-18 19-16,17-54 16,1 71 77,-18 36-77,0-1 0,17 0-1,-17-17 1,0-36 62,53-35-62,-35 18-1,0 35 17,17 0-17,0 18 1,0-1-1,1 1 1,-19-18 0,1-35 62,-18-18-47,0 70 47,18 19-62,-18-19-1,0 1 1,0-1-16,17-17 16,71 0-1,-17 0 1,-18 0 0,-18 0-1,-35-17 16,0-36-15,0-18 0,0 18-1,0 18 17,-17 0-17,17 17-15,0 1 16,-18-1-1,0 18 17,18 18-17,0 87 1,0 1 0,0-18-1,18-17 1,-18-53-1,18 17 1,-18-17 0,17-1 15,1-17-15,0 0 46,34 0-46,1 0-1,-35 0 1,-18-17 62</inkml:trace>
  <inkml:trace contextRef="#ctx0" brushRef="#br0" timeOffset="191183.55">26405 12771 0,'36'-18'125,"193"-17"-94,-176 35-31,0 0 16,-53-18 62</inkml:trace>
  <inkml:trace contextRef="#ctx0" brushRef="#br0" timeOffset="191929.25">27076 12506 0,'0'18'31,"0"-1"-16,-18 19 1,0 16 0,1-34-16,17 35 15,-18-18 1,18 1-16,0 52 31,0-18-15,18 18-1,35-35 1,17 0 15,-52-53 157</inkml:trace>
  <inkml:trace contextRef="#ctx0" brushRef="#br0" timeOffset="192660.42">27446 12647 0,'53'53'94,"0"-18"-79,35 18 1,-53 0 0,18 0-1,-35-18 1,0-17 15,-18 0-15,17-18 15,-17 17-15,0 1-1,0-1 32,0-69 78,0-19-109</inkml:trace>
  <inkml:trace contextRef="#ctx0" brushRef="#br0" timeOffset="193593.46">27781 12682 0,'0'-17'125,"0"34"-16,-53 107-77,53-89-32,-17 0 15,-36 36 1,0-18-1,53-36 1,0 1 0,0 0 31</inkml:trace>
  <inkml:trace contextRef="#ctx0" brushRef="#br0" timeOffset="194730.2">28275 12982 0,'0'-17'297,"0"52"-172,0 18-110,0-36-15,-18 36 32,1 18-1,17-53-15,-18-18-1</inkml:trace>
  <inkml:trace contextRef="#ctx0" brushRef="#br0" timeOffset="199104.56">28257 12506 0,'53'18'125,"0"35"-109,53 17-1,-71-52 17,-17 17-32,0-35 15,-1 35 1,1-17-16,-18 0 15,35 52 1,-17-35 0,0-17-1,-1 0 1,-17-71 78,0-18-63,0 18-31,18 0 16,-18-105-1,17 69 1,-17 54-1,18 35 1,-18 35 156,0 142-141,0-160-15,-18 89-1,18 0 1,0 0 0,0-18-1,0-70 17,0-1-17,0 19 16,0-19-15,0 1 15,0 0 16,-52-18-31,34 17-16,-17-17 15,17 0 1,18 18 0,0-36 124,0 1-15</inkml:trace>
  <inkml:trace contextRef="#ctx0" brushRef="#br0" timeOffset="200094.26">29016 12153 0,'0'53'140,"18"0"-124,17-18-16,0 1 16,53 87-1,-17-17 1,-36-18-1,-17-17 1,-18 52 0,0-17-1,0 53 17,-18-106-32,1 17 15,-19 1 1,-17 17-1,18-53 1,17-17 0</inkml:trace>
  <inkml:trace contextRef="#ctx0" brushRef="#br0" timeOffset="205444.2">29880 12947 0,'0'53'125,"0"17"-110,0-17-15,18 36 16,-18-1 0,0 18-1,0-54 1,-18 1-1,1 0 1,-19-35 15,36-36 172,36-17-203</inkml:trace>
  <inkml:trace contextRef="#ctx0" brushRef="#br0" timeOffset="207010.92">30321 12136 0,'-17'0'32,"70"0"77,-36-18-93,18 18-16,1-18 15,52 1 1,-53-1-16,18 0 15,18 1 1,-18 17 0,-18-18-1,-35 0 1,17 1 0,1 17 109,-18 123-63,0-35-46,0 36-16,0 52 15,0-35 1,0 18 0,18-53-1,-18-71-15,17 18 31,-17-35-15,0-1-16,-88-17 219,35 0-204,-35 0 1,35 0 0,18 18-1,17 0 17,1-18-1,17 17 0,0 1-15,0 0 15,0-36 94,0-123-109</inkml:trace>
  <inkml:trace contextRef="#ctx0" brushRef="#br0" timeOffset="208013.14">30515 12294 0,'88'0'250,"-17"0"-234,-53 0-16,-1 0 15,1 0 1,0 0 46,17 0-15,-18-17-31,1 17 62,0 0 94,-1 35-156</inkml:trace>
  <inkml:trace contextRef="#ctx0" brushRef="#br0" timeOffset="208871.84">31115 12524 0,'53'70'187,"-18"-52"-171,53 105 15,-35-52-15,-17-18-1,-19-36 1,1 1 0,-1 0 15,1-1-15,-18 1-16,18-18 78,-1 0 0,-17-71 0,0 36-62</inkml:trace>
  <inkml:trace contextRef="#ctx0" brushRef="#br0" timeOffset="209718.28">31503 12524 0,'0'70'187,"-18"-35"-171,-17 18-1,0 18 1,0-1 0,17-17-1,-17-35-15,35 0 16,-36 35 0,19-36-16,-1 18 15,-17 1 1,35-19-16</inkml:trace>
  <inkml:trace contextRef="#ctx0" brushRef="#br0" timeOffset="213245.69">30339 13547 0,'18'-36'109,"-1"-17"-93</inkml:trace>
  <inkml:trace contextRef="#ctx0" brushRef="#br0" timeOffset="-212752.96">30515 12435 0,'18'0'235,"-18"-35"-141,18 17-79,-1 18 16,1-17 63,-1 17-78,19-18-1,17 1 1,-18 17 0,-17 0-1,-1-18-15,1 18 16,-1 0 359,1 0-344,-36 18 63,-34 17-78,34 0-1,-70 18 1,70-53-1,-17 18-15,0-18 16,17 17 0,0-17 31,71 0 187,-18 0-203,1-35-15,-19 17-1,1 18 1,0 0 281,-1-17-219,1-1-62,0 18-1,-54 0 110,19 0-109,-1 0 0,0 18-1,1-18 1,-19 0-1,1 0 1,18 0 0,-1 0 15,-35 35 78,35-17-93,1-1 0,-1-17-1</inkml:trace>
  <inkml:trace contextRef="#ctx0" brushRef="#br0" timeOffset="-205701.31">21678 14482 0,'0'0'0,"-35"0"94,-18 0-79,0 0 1,-17 0 0,-19 0-1,1 35 1,0 0 0,70-17-1,1-18 1,17 17-1,0 36 1,0-17 0,0 16-1,17-16 17,1 17-17,35 35 1,0-18-1,-53-17-15,35 0 16,-17-17-16,-1 16 16,1 1-16,-18-17 15,0 69 1,0-52-16,0 0 16,0 0-16,-18 0 15,1 0 1,17-18-16,-36 1 15,1-1 17,17-17-32,1-18 0,-1 0 47,18 35 15,-35-35-46,35 17-16,0 1 31,0 0-15,0-1-1,0 1 1,53 53-1,-18-1 1,-17-17 0,17 53-1,-35 35 17,0 35-17,0-35-15,0-35 16,-35 124-1,17-160 1,-35 159 0,18-123-1,17-18 1,1-17 0,17-36-1,0-17 1,0 0 15,0-1-15,0 1-1,17 0-15,1 17 32,0-18-32,-1 1 15,89 53 1,0-54-1,-53-17 1,0 18 0,-18-18-1,-17 0-15,17 0 16,-17 0 0,-1 0-16,1 0 15,-1 0 1,19-35-1,-1 17 1,-17 0 0,-1 1-1</inkml:trace>
  <inkml:trace contextRef="#ctx0" brushRef="#br0" timeOffset="-201336.77">27076 15028 0,'-18'18'15,"18"-36"251,0-35-251,18-17 1,-18 17 0,0 0-1,0 18 1,0-18 0,35 0-1,-35 18 1,18-1-1,-1 1-15,-17 17 16,18-34 0,0 34-1,-18 0 17,0 1-17,17-1 16,1 53 126,35 106-126,-18-17 0,0-54-15,-17-17-1,-18-17 1,18-1-16,-18-18 16,35 36-1,-35-35 1,0 0-16</inkml:trace>
  <inkml:trace contextRef="#ctx0" brushRef="#br0" timeOffset="-199637.01">26864 15769 0,'18'0'141,"17"124"-110,-35-54-15,18 18 15,-18-52-15,0-1-16,17 18 31,-17 0-15,18-36-1,-18 1 1,0 0 0,0-1-1,17-17 173,1-35-173,-18 0-15,18-18 16,-1-35 0,-17 17-16,18 1 15,17-89 1,-17 106-1,-18 18 1,0 17-16,18-35 31,-1 53-15,-17-35 15,0 17-15,0-17-1,18 17 1,-18 1 47</inkml:trace>
  <inkml:trace contextRef="#ctx0" brushRef="#br0" timeOffset="-196501.6">24271 16492 0,'18'0'93,"35"0"-77,0-17 0,-1 17-1,-16 0-15,-1 0 16,36 0-1,-1 0 1,-52 0 0,-1 0-1,-17-18 17,18 18-1,17-18-16,-17 18 1,0 0 0,-1-17-1,-34-18 126,-72-1-110,89 19-31,-35 17 16,18-18-1,122 53 360,19 18-328,-89-53-15,-35 35 93,0 36-94,-18-71-31,-17 53 31,18-35-31,17-1 16,-18-17-1,18 18 32,-18-1-31,18 1 187</inkml:trace>
  <inkml:trace contextRef="#ctx0" brushRef="#br0" timeOffset="-195161.86">30127 16104 0,'-35'0'125,"-124"0"-93,-70 36-1,35-1 0,159-35-15,17 17-1,-17-17-15,35 18 16,-53-18 0,0 0-1,0 0 1,35 0 0</inkml:trace>
  <inkml:trace contextRef="#ctx0" brushRef="#br0" timeOffset="-194053.79">29298 15946 0,'0'35'93,"-53"106"-61,36-123-32,-54 105 31,53-123-31,18 18 15,-17-1 1,17 1-16,0 0 47,123 17 219,-35-17-251,18-18 1,-53 17-1,-35-17 1,-18 18 234</inkml:trace>
  <inkml:trace contextRef="#ctx0" brushRef="#br0" timeOffset="-192600.13">29880 15875 0,'18'18'156,"-18"-1"-141,18 1-15,-1-18 0,1 18 16,17-1 0,-17 1-1,17 17 1,0-17 15,-17-1-15,0-17-1,17 36 1,-18-19 0,1-17-1,0 18 1,17 0 31,-17 17-32,-1-35 1,1 0 0,-18 17-1,-18 19 142,-35-1-126,36-17-31,-19-1 31,19 1-15,17 0-1,0-1 32,-18 1-31,-17 17-1,35-17 1,-35 17 0,35-17 62,-18-18 0</inkml:trace>
  <inkml:trace contextRef="#ctx0" brushRef="#br0" timeOffset="-191157.03">26987 17657 0,'18'-18'110,"176"-35"-79,0 35 16,-176 18-16,-18 36 141,0 87-125,0-17-16,0-88-15,17-18 171</inkml:trace>
  <inkml:trace contextRef="#ctx0" brushRef="#br0" timeOffset="-189952.94">27922 17445 0,'0'141'63,"-35"124"-32,0-160 0,17-16-15,18-72-16,0 1 15,0-1 1,0-69 62,0 16-62,18-87-1,-1-18 1,19 0 0,-19-18-1,1 124 1,-18-18-16,18 35 31,-18 0-15,17 18 109,71 71-94,-35-36-31,-17 0 16,-19 1-16,19-1 15,87 194 17,-105-211-17,17 35-15,-35 0 16,0-36-1,0 1 1</inkml:trace>
  <inkml:trace contextRef="#ctx0" brushRef="#br0" timeOffset="-188385.8">28152 17886 0,'-18'0'125,"-17"0"-94,17 0-31,-17 0 156,0 0-124,17 0 61,0 0 32,-35 0-93,36 0-1,34 0 94,36-18-109,35-35-1,-52 36 1,-1 17-1,0-36 1,-17 19 15,0 17 1,-1 0 14,1-18-30,-1 18 0,-17-18 109</inkml:trace>
  <inkml:trace contextRef="#ctx0" brushRef="#br0" timeOffset="-180170.2">11677 9507 0,'0'-17'94,"106"17"15,17 0-93,-87 0-16,105 0 31,-88 0-15,-18 17-1,-88-17 220,-106 0-220,106 0-15,-35 0 16,17 0-16,19 0 16,-37 0-1,142 0 267,0 0-267,-35 0 1,-1 0-1,-17-17 64</inkml:trace>
  <inkml:trace contextRef="#ctx0" brushRef="#br0" timeOffset="-156576.27">18080 4357 0,'-18'0'46,"106"0"33,-35 0-64,88 0 1,-35 0-1,0 0 1,-71 0-16,-17 0 16,17 0-1,-88 0 110,18 0-125,-35 0 0,-19 0 16,-34 0 0,-1 0-1,160 0 251,-19 0-251</inkml:trace>
  <inkml:trace contextRef="#ctx0" brushRef="#br0" timeOffset="-155415.68">18838 4357 0,'18'0'125,"17"0"-109,36 0-1,70 0 1,-88 0 0,35 0-1,-70 0 1,17 17 15,-17 1 0,-1-18-15</inkml:trace>
  <inkml:trace contextRef="#ctx0" brushRef="#br0" timeOffset="-142967.16">2364 9366 0,'105'0'203,"72"0"-187,-89 18-1,-35 0 1,-18-18 0,0 0 140,-17 0-94</inkml:trace>
  <inkml:trace contextRef="#ctx0" brushRef="#br0" timeOffset="-141656.42">3881 9490 0,'35'-18'250,"159"0"-219,-177 18-15,1-17 0</inkml:trace>
  <inkml:trace contextRef="#ctx0" brushRef="#br0" timeOffset="-118886.73">9931 9243 0,'17'0'109,"1"0"-78,17 0-15,1 0-1,-19 0 1,18 0 0,-17 0-1,0 0 17,35 0 14,17 0-30,-52 0-16,17 0 16,0 0-1,-17 0 1</inkml:trace>
  <inkml:trace contextRef="#ctx0" brushRef="#br0" timeOffset="-116733.22">10724 9278 0,'18'0'250,"17"0"-234,-17 0-16,0 0 15,17 0 1,-17 0 0,-1 0-1,1 0 1,-1 0 62,19 0-47,17 0 0,-36 0-15,1 0-16,0 0 16,-1 0-1</inkml:trace>
  <inkml:trace contextRef="#ctx0" brushRef="#br0" timeOffset="-113965.79">10636 9278 0,'71'0'172,"-36"0"-157,0 18 1,36-18 0,-36 0-1,-17 0 1,-1 0 0,1 0 109,0 0-63,-1 0 110,1 0-31,0 0-110,-1 0 16,1 0-16,0 0 313</inkml:trace>
  <inkml:trace contextRef="#ctx0" brushRef="#br0" timeOffset="-111449.33">11624 9084 0,'18'-35'156,"-1"-1"-140,1 1-1,0 0 1,-1 0-1,1 17 1,-1 0-16,1 1 16,17-19-1,-35 19 1,36-18 0,-19 35-1,-17-53 16,36 53-15,-36-36 0,17 19-1,1-1 1,-18 0 0,0 54 405,0-19-405,0 36 0,0 0-1,18-35 1,-18 17 0,0-17-1,0-1 1,17-17-1,-17 36 1,18-19 0,-18 1-1,0 0-15,17-1 16,1 18 0,0 18 15,-1-17 0,-17-19-15,0 1-1</inkml:trace>
  <inkml:trace contextRef="#ctx0" brushRef="#br0" timeOffset="-109657.06">11536 9190 0,'0'-35'94,"17"-18"-78,1 0-16,0 17 15,17-52 1,-17 53 0,-1 17-1,1-17 1,-18 17 0,18-52 30,-1 52-30,-17 1-16,0-1 31,0 0-15,0 1 31,18-1-32,-18 0 17,17 18-17,-17-17 17,18 17-17,-18-18 1,35 18 15,-35-18-15,0 54 109,18 34-110,0 1-15,-1 17 16,19 18 0,-36-71-16,17-17 15,1 35 16,-18-18-15,18-17 0,17 17-1,-35 0 17,17-35-17,-17 18 1</inkml:trace>
  <inkml:trace contextRef="#ctx0" brushRef="#br0" timeOffset="-103670.22">15840 9490 0,'53'0'109,"0"-18"-93,-36 0-1,18 1 1,-17-1 0,0 18-1,-1 0 1,-17-17 31,18 17 125</inkml:trace>
  <inkml:trace contextRef="#ctx0" brushRef="#br0" timeOffset="-101962.23">16545 9419 0,'18'0'297,"52"0"-282,-34 0-15,17 0 16,35 0 0,0 0-1,-17 0 1,-18 0 0,-36 0-16,1 0 93,-1 0-77</inkml:trace>
  <inkml:trace contextRef="#ctx0" brushRef="#br0" timeOffset="-97216.8">18397 9296 0,'53'0'141,"106"0"-126,-53 0 1,70 0 0,-52 0-1,-54 0 1,1 0 0,-18 0-1,-18 0 1,88 0-1,-105 0 1,70 0 0,-35 0-16,0 0 15,35 0 1,-35 0 0,0 0-1,18 0 1,70 0-1,0-36 1,-88 19 0,-35-1-1,-18 0 17,17 18-1,-17-17 63,0-18-79,0-54 1,-17 19-1,17 17-15,-18 35 16,0-88 0,1 36-1,-1-1-15,-17-35 16,17 1 0,0 69 15,-17-87-16,35 52 1,0 18 0,-18 18-1,18 18 1,-52 17 140,-213 70-125,177-70-15,-177 18 0,159-18-16,1 0 15,-178 0 1,177 0-16,-17 35 16,-18-35-1,88 0 1,0 0-1,0 18 1,0-18 0,36 0-1,-1 0 1,18 17 0,-35 1 62,17 0-63,-35-1 1,53 1 0,-18-18-1,18 35 157,0 53-156,36 18-1,-19 0 1,19-35 0,-36 17-1,0-71-15,17 36 16,19 35-1,-1-35-15,-17 0 16,34 53 0,-16-18-16,-19-52 15,19 87 1,-19-105 0,-17-1-1</inkml:trace>
  <inkml:trace contextRef="#ctx0" brushRef="#br0" timeOffset="-71460.93">6844 9543 0,'0'35'157,"0"18"-142,35-18 1,-17 18-1,-1-53-15,1 18 16,17-1 0,54-17-1,-54 0 1,0 0 0,18 0-16,-35 0 0,52 0 46,-17-35-30,-18 35 0,36-35-1,-18 17 1,17 0 0,1 1-1,0 17 1,-36 0-16,0-18 15,36 18 1,-54 0-16,142-17 31,-88 17-15,34 0 15,54 0-31,-88 0 16,-1 0 15,1 17-15,-18 1-1,17 17 1,1 0 0,-36-35-16,-17 18 15,17 0-15,18 17 16,-35-17-16,-1-1 31,1 1-15,-18-1 15,0 1 31,70-88 48,36 17-79,-35 17-15,-54 36-1,19-17 1,17 17 0,35 0 15,0 0 0,-17 0-15,-54 0-16,19 0 15,69 17 1,-52-17 0,18 18-1,17 0 1,-17-18-1,17 17 1,18 1 0,-71 0-1,0-18-15,36 0 16,-36 0 0,0 0-16,36 0 15,-36 0-15,-17 0 16,105 0 15,-52-18-15,-36 0-1,-17 1 1,-18-36 78,0 0-63,0 18-15,0 52 265</inkml:trace>
  <inkml:trace contextRef="#ctx0" brushRef="#br0" timeOffset="-63172.4">10583 9260 0,'53'0'125,"35"0"-109,-17 0-1,0 0 1,-1 0-1,18 0 17,-70 0-17,0 0 1,17 0 46,35-17-46,-17 17 0,-35 0-1,-18-53 142,-18-35-126,18 52-16,-35-34 1,17-1 0,1 1-1,-1-1 1,18 1 0,0-1-1,0 53 1,0-35-16,0 18 15,0 0 1,0 17 0,0-17-1,0 17 1,0 1 15,0-1-15,0 0 46,-18 18 110,-17 0-156,-53 0-1,-71-17 1,124 17-16,-18 0 16,-70 0-1,105 0 1,0 0 31,-52 0-16,17 17 0,18-17-15,35 106 281,17-18-266,1-17 0,-1-18 1,1 0-1,-18 35 0,18-70-15,-18 35-1,0-18 1,0 0 0,0-17-1,0 17 1,0 0-1,17-17 1,-17 0 0,0-1-1,18-17-15,-18 18 16,0 0 46,0-1-46,0 1 15,0-1 1,0 1 30</inkml:trace>
  <inkml:trace contextRef="#ctx0" brushRef="#br0" timeOffset="-59733.02">16369 8361 0,'0'35'31,"0"-17"-15,0 17-1,0-17 1,0 17 0,0 0-1,0-17 1,0 17-16,0 18 31,0-18-31,18 36 16,-18-1-1,0 1 1,0-36 0,0 1-1,0-19 1,0 36-1,0-35 1,0 17-16,0 0 31,0 1-15,0-19 0,0 1 15,0-1 0,0-52 78,0-88-93,0 52-16,0-17 16,0-88-1,0 87 1,0 19 0,0-1 15,0 54 0,0-1-15,0 0-1,0 1 1,0-1 31,0 0-32,0 1 1,0-1 0,0 1-1,17-1 173,54 18-173,-18 0 1,0 0 0,17 0-1,54 0 1,-107 0-16,18 0 16,-17 0-1,35 0 48,0 0-48,0 0 1,-35 0 0,-18 35 171,0 36-171,0-1-1,0-17 1,0 18 0,-18-18-1,18 35 1,0-18-1,0-17-15,0-17 16,18 87 0,-1-52-1,1-18 1,-1-18 0,-17-18-1,-247-17 282,195 0-281,-1 0-16,-18 0 15,-52 18 1</inkml:trace>
  <inkml:trace contextRef="#ctx0" brushRef="#br0" timeOffset="-49529.96">10301 6103 0,'159'212'93,"17"-1"-77,-140-193-16,-1 17 16,0 18-1,0-53 1,-17-70 171</inkml:trace>
  <inkml:trace contextRef="#ctx0" brushRef="#br0" timeOffset="-48701.78">10795 6085 0,'0'18'47,"0"17"-31,-18 18-16,-17 35 16,-18 1-1,0-1 1,-17 0-1,17-17 1,0-19 0,35 1-1,1-35 1,-1 0 0,0-1-1,18 1 1</inkml:trace>
  <inkml:trace contextRef="#ctx0" brushRef="#br0" timeOffset="-48105.2">11148 6209 0,'17'0'94,"89"0"-78,-35 0-16,88 0 15,-54 0 1,-34 0 0,-36 0-1</inkml:trace>
  <inkml:trace contextRef="#ctx0" brushRef="#br0" timeOffset="-47485.23">11342 6456 0,'35'0'93,"89"0"-77,-72 0 0,107 0-1,-106-18 1,-35 18 15,-1 0-15,1-17 156</inkml:trace>
  <inkml:trace contextRef="#ctx0" brushRef="#br0" timeOffset="-46265.78">11924 6068 0,'88'0'94,"-53"0"-78,54 0-16,69 0 15,36 0 1,-70-18 0,-107 0-1,-34 89 126,-36 141-110,18-18 0,17-106-15,-17 0 0,-1-53-16,19 1 15,-19-1 1,19-35 15,17-18 94,35 1-94,-17-1-31,17 0 16,18 18 0,0 0-16,-35 0 15,70 0 1,-71 0-16,1 18 15,17-18 1,1 0 78,-1 0-63</inkml:trace>
  <inkml:trace contextRef="#ctx0" brushRef="#br0" timeOffset="-43823.84">12294 6068 0,'18'35'63,"-18"36"-47,0-18-1,18 35 1,-18-35-16,17 0 15,18 17 1,-35-35-16,18 18 31,0-53-15,-1 0-16,-17 18 16,36 17-1,-1 0 1,0-17 15,1-18-15,16 0-1,19-18 1,-18-52 0,17-1-1,-34 36 1,-1 0-16,-17 0 15,17-18 1,-17 17-16,-18-17 31,0 1-15,0-1 0,0 35 15,0 0-31,0 36 109,0 70-93,0-17-16,0-1 15,70 142 1,-17-36 0,-18-52-1,-17-1 1,0-35 0,-18 18-1,0-18 1,-18 1-1,-17-19 17,17-52-32,0-18 15,1 18 1,-1-18-16,-17 17 16,-18-17-1,-35 0 1,0 0-1,17-35 1,0-18 0,54 53-16,-1-18 15,1 1 1,-1-1 0,18 0 15,0 1 0</inkml:trace>
  <inkml:trace contextRef="#ctx0" brushRef="#br0" timeOffset="-42722.9">10283 7761 0,'36'0'203,"34"0"-187,-52 0-1,0 0 48,-1 0-16,1 0-1,70 35 1,53 106-31,-17-17 0,-1-18-1,-70-53 1,-18 0-16,18 0 31,-35-53-31,-18 17 16,0-34 156,0-19-172</inkml:trace>
  <inkml:trace contextRef="#ctx0" brushRef="#br0" timeOffset="-41941.17">11024 7638 0,'0'17'78,"-53"54"-62,0-1 0,1 19-1,-19-19 1,-35 18 0,53 1-1,0-54 1,36 0 15,-1-17-15,0-1-1,18 1 1,-17-18 15</inkml:trace>
  <inkml:trace contextRef="#ctx0" brushRef="#br0" timeOffset="-41249.15">11712 7779 0,'124'-18'140,"281"-35"-109,-316 53-31,52-17 47,-177 34 110</inkml:trace>
  <inkml:trace contextRef="#ctx0" brushRef="#br0" timeOffset="-40608.3">11783 7990 0,'70'0'141,"1"0"-125,88-17-1,-1-1 1,54-17-1,-88 17 1,-89 18-16,-18 0 31</inkml:trace>
  <inkml:trace contextRef="#ctx0" brushRef="#br0" timeOffset="-39968.16">12136 7197 0,'0'123'94,"0"177"-63,0 35 0,0-88 0,-18-194-31,18-18 32,0-17-17</inkml:trace>
  <inkml:trace contextRef="#ctx0" brushRef="#br0" timeOffset="-38093.51">13247 7567 0,'0'18'16,"17"35"15,1-18-15,0 0-1,-18 0 17,17-17-17,-17 0 1,18-18 15,17 0-15,-17 0-1,35 0 1,-36-18 0,36-17-1,0 0 1,0 17 0,-35 0-1,-1 1-15,19-1 16,-36 0-1,0 1 1,17-1 0,-17 0-16,0 1 15,0-18 1,0-1 0,0 19 15,0-1 0,0 89 78,0-36-93,0 18 0,18 35-1,0-35-15,-1 0 16,19 0-16,-19-18 16,1 18-16,0 0 15,-1-36-15,-17 19 16,0-1-16,0-17 15,35 35 1,-35-18 0,0-18-1,0 19 1,0-19 0,0 1-1,0 0 1,0-1-1,-35 19 17,18-36-32,-19 17 15,1-17 1,-18 0-16,18 0 16,-1 0-16,1 0 15,18 0 1,-1-17-16,-17 17 15,35-18 1,-18 18 0,0-18-1,18 1 1,-35 17 0,35-18-1,-18 18 63,-17 35-31</inkml:trace>
  <inkml:trace contextRef="#ctx0" brushRef="#br0" timeOffset="-33262.24">11518 9313 0,'0'-17'78,"18"-36"-63,-1-35 32,1 17-31,0-17 0,-1 17-1,1 18 1,0 0-1,-18 1-15,17 34 16,1-17-16,0 17 16,-1-53-1,-17 36 1,18-18 0,-1 0-1,-17 0 1,18 53-1,-18-17 17,18-1-17,-18 0 1,0 1 31,0-1-32,17 18 79,19 53-47,-19 0-16,1-18-31,0-17 16,-18 70 0,35-53-1,-35-17 1,18 17-1,-18 1 1,0-19 0,0 36-1,17-35 1,1-1 0,-18 36-1,0-35 1,17 0-16,-17 35 15,0-36 1,18 36 0,17-18-1,-35 1 1,18 17 0,0-18-1,-18 0 1,17-35-1,-17 18 17,0-36 124,0-70-140,-35-36-1,0 19 1,17 34-16,0 1 15,-17-19 1,35 54-16,-17 0 16,17 17-16,0 0 15,-36-52 1,19-1 0,17 36-1,0 0 1,0 17 15,0 1-15,0-1 15,-18 18 141,0 0-32,1 18-124,-19 34 0,19 1-1,17-17 1,-18 17 0,18-36-1,-18 18 1,18-17-1,0 0-15,0 35 32,0-18-17,0-17 1,0 17 0,0 18-1,-17-18 1,17-17-1,0 17-15,-18-17 16,18-1-16,-17 71 31,-1-52-15,18-19-16,0 1 16,0 0-1,0-1-15,0 19 47,0-19-31,0 1 31,0-1-32,0-87 173,0-54-173,0-17 1,0 71 0,0 35-16,0-18 15,18-71 1,-18 106-16,17 1 15,-17-36 1,0 35 0,0-35-1,0 18 1,0 17 0,18 1-1,-18-1 1,17-17-1,-17 0 32,0 17-31,18 18-16,0 18 172,70 123-141,-17-53 0,-71-70-15,17 17 0,1 0-1,-18 0 1,17 1-1,-17-1-15,18-17 16,-18 35 0,0-18-1,18 0 1,-18-17-16,0-1 16,0 1-1,0 17-15,35 36 16,-17-36 15,-18-17-31,0-1 31,0 1-15</inkml:trace>
  <inkml:trace contextRef="#ctx0" brushRef="#br0" timeOffset="-19021.17">10037 7320 0,'35'0'109,"53"0"-93,141 0-1,-52 0 1,105 0 0,-88 0-1,-124 0 1,36 0-16,35 0 16,1 0-1,-54 0 1,-35 0-16,176 0 15,-158 0 1,34 0 0,266 0-1,-248 0 1,54 0 0,-19 0-1,-52 0 1,53 0-1,53 0 1,-36 0 0,18 0-1,-123 0-15,-1 0 16,1-18 0,-18 18-16,-36 0 15,36-35 1,-18 35 15,-35-17 0,0-72 157,0 54-173,-17-247 17,17 211-17,-18-35 1,1 1 0,17 34-16,-18-88 15,0 106 1,-17-70-1,17 70-15,18 35 16,-17-17-16,-1 17 16,18-17-1,0 18 1,-35-19 15,35 19 0,0-1 48,-35 18-48,17 0 0,-159-18-15,89 18-16,0-17 15,-282-36 1,193 53 0,89-18-16,-212 18 15,-141 0 16,141 0-15,-246 53 15,299-53-15,35 18 0,53-18-1,-88 0 1,71 0-1,-89 0 1,89 0 0,-36 0-1,159 0-15,-35 17 16,35-17 0,18 18-16,-36-18 15,18 0 1,1 18-1,34-18 17,18 35 202,0 0-218,0 0-16,0 18 15,0 71 1,0-54-16,0 72 16,0-19-16,0-35 15,-18 159 1,18-159-16,0 1 15,0 105 1,0-159 0,0 0-1</inkml:trace>
  <inkml:trace contextRef="#ctx0" brushRef="#br0" timeOffset="-6804.08">15857 4498 0,'18'0'94,"194"106"-63,-124-71-31,71 53 31,105 71-15,-193-124-16,52 1 16,124 122-1,-123-105-15,52 35 16,36 53-1,-54-52 1,54 52 0,-106-71-1,-18-17 1,-53-17 0,1-19-16,17 1 15,-36-1 1,1-17-1</inkml:trace>
  <inkml:trace contextRef="#ctx0" brushRef="#br0" timeOffset="-5652.3">16492 5909 0,'36'-35'109,"52"-71"-93,35 18-1,71-53 1,-35 52 0,53-87-1,-89 105 1,-35 1-1,36-1 17,52-17-17,-140 53 1,87-53 0,-88 70-1,18-17 1,0 17-1,-35 18 1,17-35 0,0 35-1,-35-18-15,18 18 16,-18-17 15,18 17-15,-1 0-1,-17-18 17,18 18 77,0-18-93,-1 1-16,1 17 47</inkml:trace>
  <inkml:trace contextRef="#ctx0" brushRef="#br0" timeOffset="-1541.52">1905 13741 0,'18'0'453,"-1"0"-406,19 0-15,-36 17-17,17 1 1,1-18-1,17 18 1,0-1 0,1-17-16,34 36 15,-35-36 1,1 17-16,-1-17 16,0 0-16,71 18 15,0-18 1,-35 0-1,-1 0 1,36 0 15,-36 0-15,-52 0-16,17 0 16,36 0-1,0 0-15,-36 0 16,53 0-1,-70 0-15,17 0 16,106 0 0,-53 0-1,71 0 1,-18 0 0,18 0-1,-53 0 1,-1-18-1,-34 1 1,0 17 15,-36 0-31,18-18 16,35 18 0,-35 0-16,17 0 15,89 0 1,-71 0-1,18 0 1,0 0 0,-18 0-1,0 0 1,1-18 0,-36 18-1,35 0 1,-53 0-1,0 0-15,-17 0 47,-18-17 125</inkml:trace>
  <inkml:trace contextRef="#ctx0" brushRef="#br0" timeOffset="14207.19">16722 5962 0,'0'-18'47,"17"-35"-31,54-17-1,17-18 1,-17 17 0,70-52-1,-53 17 1,53 0-1,159-123 17,-177 140-1,-17-16-15,-35 34-1,-18 18-15,17 18 16,-35 0-1,1 35 1,-36-18 15,17 18-15,1-35 0,0 35-1,-1 0 1,1-18-1,0 0 1,17 1 0,-17 17-1,-1-18 1,1 0 0</inkml:trace>
  <inkml:trace contextRef="#ctx0" brushRef="#br0" timeOffset="15595.88">16387 4621 0,'17'0'94,"1"36"-79,52-1 1,-34-17-1,-36-1 1,53 1 0,17 35-1,36 0 1,-18 17 0,18-17-1,-18-18 1,-53 1-1,36-1-15,35 36 16,-53-54-16,105 54 31,-87-36-31,17 0 16,36 71 0,-18-35-1,-36-18 1,-17 17-1,0-35 1,0 18 0,35 0-1,-70-35-15,17 17 16,36-17 0,-71-1-16,35-17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48:38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27905 2328 0,'0'0'31,"-53"53"-31,53-17 16,-18-1-16,18-18 16,-17 1-1,17 0 1,0-1 15,0 36 32,0 53-32,0-71-15,17 54-1,18-19 1,1-17-1,34 0 1,1-35 0,-36-18-16,0 0 15,18 0-15,0 0 16,35 0 0,18 0-1,-70 0-15,-19-36 16,1 19-1,-1 17-15,-17-18 16,18-88 15,-18 36-15,-18 17 0,1 17-1,-1-34 1,-17 17-1,17 18 1,1 35-16,-1-18 31,-17 0-15,17 18-16,18-17 16,-18 17-1,-17 0 16,0 35-15,17-35 0,1 18 15</inkml:trace>
  <inkml:trace contextRef="#ctx0" brushRef="#br0" timeOffset="889.81">28063 3052 0,'0'17'62,"-194"177"-46,71-88 15,-124 106-15,-18 70 0,36-35-1,17 0 1,1 17-1,70-34 1,70-72 0,36-69-1,35-54 1,88-88 125,0 18-141</inkml:trace>
  <inkml:trace contextRef="#ctx0" brushRef="#br0" timeOffset="1737.09">28152 3298 0,'70'124'47,"36"141"-31,18-54-16,-36-52 15,106 141 1,-18-106-16,-35-35 16,53 88-1,-106-142 1,1-34-16,-19 17 15,-52-53 1,-1-35 0</inkml:trace>
  <inkml:trace contextRef="#ctx0" brushRef="#br0" timeOffset="2940.86">26494 5327 0,'-53'-18'32,"106"36"-32,-124-36 15,53 18 1,1 18 0,17 17-1,-36-17 1,36-1-1,-17-17-15,-36 89 32,18-19-17,-1 1 1,19-36 0,17 71-1,0-53 1,0 0-1,0-18 1,17 18 0,19 0-1,34 17 1,-17-70 0,88 0-1,-88-17 1,-35-1-16,70-70 15,-35 17-15,35-140 47,-88 193-31,0-52-16,18 17 16,-18-36-1,0 19 1,0 35-1,-18-18 1,-17 35 0,0 0-1,-1 1 1,-17 17 0,0 0-16,-35 0 15,-53 17 1,53 1-1,17 17 1,36 1 15,17-1-15,1-18-16,17 1 16,0 35-1,35 0 1,-17-53-16,35 35 15,-36-17-15</inkml:trace>
  <inkml:trace contextRef="#ctx0" brushRef="#br0" timeOffset="3959.2">29422 5256 0,'0'0'0,"-124"0"32,107 0-32,-72 0 15,-34 53 1,35 18-1,17-1 1,36 36 0,35-35-1,0 35 1,0-18 0,17-35-16,1-36 15,17 19-15,1-1 16,17 35-1,-18-70-15,177 36 32,-142-36-1,36-36-15,-36-34-1,19 17 1,-19-18-1,-34 54-15,-19-18 16,1-1-16,-1 19 16,1-19-16,-18-17 15,0-35 1,0 35-16,0 18 16,-35-88-1,-18 70 16,18 53-15,-36-18 0,-17 0 15,17 1-15,1 17-1,-1 0 1,18 17-1,18 1-15,-18 17 16,-17-17-16</inkml:trace>
  <inkml:trace contextRef="#ctx0" brushRef="#br0" timeOffset="4822.89">26317 6227 0,'0'52'31,"0"-16"-15,-70 52 0,-107 106-1,36-71-15,-18 19 16,-193 140-1,158-106-15,-583 547 32,495-458-1,71-18-15,87-88-1,54-36 1,70-88-1,-18-17 1,36-36 93,34-35-109</inkml:trace>
  <inkml:trace contextRef="#ctx0" brushRef="#br0" timeOffset="5706.63">26423 6456 0,'0'17'31,"0"125"-16,0 52 1,0 141 0,-53 123-1,0 107 1,53-354-16,0 72 16,0-72-16,0 19 15,0-36 1,0-159-16,0 0 15,18-35 64,-18-70-64,17 17 1,-17 0-1,0 0 1,18 0-16</inkml:trace>
  <inkml:trace contextRef="#ctx0" brushRef="#br0" timeOffset="6459">26423 6368 0,'18'53'47,"423"423"-16,-318-370-15,424 388 0,-371-353-16,36 35 15,53 53 1,-89-70-16,-105-106 15,228 176 1,-210-158 0,-72-36-1,-17-17 79,18-1-63,-1-52 63</inkml:trace>
  <inkml:trace contextRef="#ctx0" brushRef="#br0" timeOffset="7323.39">29545 6138 0,'0'0'0,"0"18"47,0 123-31,0 71-1,0 193 1,-53-34-1,18 105 1,0-211 15,35-1-15,0-193-16,0-1 16,0-34-16,17-1 15,1 35 1,0-70-16,-18 18 15,17-18 1,-17-18 78,0-34-79,0 34-15,18-106 16</inkml:trace>
  <inkml:trace contextRef="#ctx0" brushRef="#br0" timeOffset="8109.82">29633 6421 0,'18'0'15,"35"52"17,-18 1-17,18 0-15,0 18 16,70 141 0,19-1-16,281 459 31,-211-299-16,-107-142 1,-52-105 0,0-1 15,-35-70-15,-18-35-1,18 17 1</inkml:trace>
  <inkml:trace contextRef="#ctx0" brushRef="#br0" timeOffset="9113.73">29492 6191 0,'0'0'0,"18"0"0,17 18 0,71 0 16,159 17-1,17 35 1,212 71 0,-18 71 15,-53 35-15,-70 18-1,-177-107-15,-70-16 16,-18-37-16,18 54 15,18 53 1,-71-124-16,0 53 16,-18-35-1,0-71 1,-35-70 109</inkml:trace>
  <inkml:trace contextRef="#ctx0" brushRef="#br0" timeOffset="9890.99">32861 8043 0,'0'36'62,"-35"-19"-46,35 19 0,-53 34-1,18 1 1,17-18-1,18 35 1,0-18 0,0-52-16,0 17 15,0 36 1,0 35 0,0-89-1,18 19-15,17-1 16,-17-18-16,35 1 31,88-18 0,-53-88-15,-35 17 0,-53 18-1,17-52 1,-17 16-1,0-16 1,0 16 0,-17 1-1,17 53-15,-18 0 16,-70-54 0,70 54-1,-52 17 1,-18 18-1,17 0 1,-70 53 0,35 0 15,18-35-15,35 17-16</inkml:trace>
  <inkml:trace contextRef="#ctx0" brushRef="#br0" timeOffset="10715.73">31150 8608 0,'0'17'32,"0"19"-32,0-1 15,-17 36 1,17-54-1,0 18-15,0 54 32,0-36-17,0-36 1,0 1-16,0 17 16,35 18-1,-35-35 1,53-1-1,0 1 1,17-18 0,36-18-1,-35-35 1,-36-17 0,-17-18-1,-1 17-15,-17 18 16,0-17-16,0-1 15,-106-123 1,53 123 0,18 36 15,-18 18-15,0 17-1,-35 17 1,-71 36-1,-17 35 1,-18-35 0,141-35-16</inkml:trace>
  <inkml:trace contextRef="#ctx0" brushRef="#br0" timeOffset="11472.77">29739 8661 0,'0'17'31,"-35"1"-16,35 17 1,-18-35-16,-35 106 47,36-53-31,17-18-16,0 36 15,0-36 1,0-17-16,0-1 15,0 19 1,0-19 0,17-17 15,19 0-15,17-35-1,-18 17 1,0-17-1,-35-18 1,18 53 15,-1-35-15,-17 17-16,0-70 31,-17 35-15,-54-17-1,1 17 1,-1 35 0,18 18-16</inkml:trace>
  <inkml:trace contextRef="#ctx0" brushRef="#br0" timeOffset="12273.37">28998 8696 0,'-17'0'63,"-72"35"-32,72 1-15,-18 16-1,-1-16-15,19-1 16,-1 0-16,18-17 15,0 0-15,0 17 16,0 0 0,0 0-1,0 1 1,18-19 0,-1 1-1,19 0 1,52-18-1,-18 0 1,-17-36 0,-35-17-1,17-17 17,-17-1-17,-1-17 1,1 70-16,-18 1 15,0-36 1,0 35 0,0-17-1,-18 17 1,-17 18 0,-71 0-1</inkml:trace>
  <inkml:trace contextRef="#ctx0" brushRef="#br0" timeOffset="13590.15">26247 9472 0,'-36'18'265,"36"-1"-249,-53 72-1,36-1 1,17 35 31,17-52-31,1-54-1,17 19 1,-17-19-16,0-17 15,123 18 1,-53-18 0,71-35-1,-89-1 1,-17-17 0,0-17-1,0 17 1,-53 18-1,0-1-15,18-52 16,-18 35 0,0 0-16,0-17 15,0 17-15,-18 0 16,18 35 0,-53-35-1,35 36 1,1 17-1,-18 0-15,17 0 16,-88 17 0,71 1-16,-18 0 15,0-1-15,0-17 16,35 18-16,-35-18 16,18 18-16,18-18 15,-1 0-15,0 0 31,18 17-15,-17-17 0,-1 18-16</inkml:trace>
  <inkml:trace contextRef="#ctx0" brushRef="#br0" timeOffset="14706.47">23883 9031 0,'-53'-70'32,"35"70"-17,-105-36 1,52 19-16,36 17 15,-176-18 1,87 18 0,18 35-1,53-35 1,18 18-16,-18 35 16,35-36-1,1 19 1,17-19-16,-18 54 31,18-53-31,0 34 0,0 1 31,0-17-31,18 87 32,52-17-17,36-53 1,53-53-1,35 0 1,0-71 0,-53 1-1,-88 17 1,-18-18 0,-35-17-1,0 0 1,0-18-1,-17 71-15,-107-159 32,89 176-1,0 1-15,17-1-1,-17 18 1,-1 0-1,1 0 1</inkml:trace>
  <inkml:trace contextRef="#ctx0" brushRef="#br0" timeOffset="17923.56">27058 3104 0,'-18'36'78,"-70"34"-62,71-17-16,-36 0 15,-53 53 1,18-18-1,52-53 1,-17 18-16,36-17 0,-142 122 47,106-69-31,-35-19-1,17 18 1,1 18-1,-18-53 1,52-18-16,19 1 16,-19 34-1,1 1 1,0-1 0,17-17-16,1 0 15,-19 88 1,1-53-1,0 18 1,17 0 0,-17-18 15,35-52-31,-18 16 16,-17 54-1,35-18 1,-18-35-16,1 0 15,-19 36 1,19-37-16,-36 37 16,35-36-1,1-18 1,-19 18 0,19 0-1,-36-18 1,0 35-1,0-17 1,0 18 0,18-18 15,-1 0-15,19-18-1,-1-17-15,0-1 16,-17 36-1,0-35-15,0 17 16,-89 71 0,36-71-1,0 36 1,0-18 0,52-18-1,-17 36 1,0-18-1,-17-1 1,17-16 15,35-19-31,-35 19 0,-52 34 32,52-35-32,-71 18 15,1 36 1,35-19-1,-18 36 1,70-88-16,-52 52 16,35-35-1,0 18 1,-52 18 0,34-36-1,-17 53 1,17-35-1,54-17-15,-107 34 47,36 1-31,70-36 0,-17-35-1,35-53 204,141-388-188,-106 388-15,1 0-16,-19 18 15,19-36 1,-19 36-16,1 17 16,0-34-1,-18 140 142,-71 0-142,36-35 1,-36 53-1,71-53-15,-35 0 16,0 35 0,35-71-1,0 1 1,0 0 0,0 17-1,0-17 1,17-1-1,1-17 1,-18 18-16,35-18 16,-17 0 15,-1 0-31,1 0 16,35 17-1,18-17 1,-19 0-1,-16 0-15,17 0 16,0-17-16,0-1 16,35-17-1,0 17 1,-18 1 0,-34-1-16,52-17 31,-35 17-16,-36 18-15</inkml:trace>
  <inkml:trace contextRef="#ctx0" brushRef="#br0" timeOffset="22221.81">25665 7461 0,'0'-17'94,"17"-1"-63,1 0-15,17-17-1,0 0 1,1-18-1,-1 0 1,-17 18 0,-1 17 15,-17 0-31,18 1 16,0-36-1,17 35 1,-35 1 15,17 17-15,1 0-1,0-18 17,17 18-17,-17 0 1,17 0-1,-17 0 32,-1 18-31,1-18 0,17 52-1,-17-34 1,-1 17-1,1-17-15,-18 0 16,0 17 0,0-17-16,0-1 15,0 36 1,0-35-16,0 17 16,0 89-1,0-72 1,0 19-1,-18 17 1,18-35 0,-17 18 15,17-18-15,-18-1-1,0 1 1,18 0-1,-35 53 1,35-53 0,0 0-1,-17-35-15,17-1 16,-53 89 0,35-53-1,0 18 1,1-1-1,17-52 1,-18-1 0,18 19 15,0-19-15,-18-34 171,-17-195-156,18 177-31,-19-36 16,36 54 0,0-1-16,-17 0 15,17 1 1,0 52 140,53 106-125,-36-106-15,18 71 0,1-53-1,-19 18 1,1-71-1,-18 17 1,18-17 0,-18-35 109,17-89-94,1 89-15,0 0-1,-1 0 1,1 17-1,-18 0 1</inkml:trace>
  <inkml:trace contextRef="#ctx0" brushRef="#br0" timeOffset="58858.09">27252 2928 0,'-35'35'157,"17"-17"-142,1 0 1,-19-1-1,19 1 1,-1 0 0,-17-1-1,-18 18 1,0-17 0,0 17-1,18-17-15,-1 0 16,1-18-1,17 0-15,-52 35 32,35-17-17,17-1 1,-17 36 0,-18-35-1,35 17 1,1-35-1,-1 18 1,0-1 0,1-17-1,17 36 1,0-19-16,-18-17 16,0 35-16,1-17 15,-1 35 1,0-35-16,-17-1 15,17 19-15,-17 34 16,0-35 0,35-17-1,-18 0 17,1 17-17,-1 0 1,0 1-16,1-1 15,-19 0-15,19-17 16,-1 35-16,1-18 16,-1 18-1,-17 0 1,17-53-16,18 35 16,-35 18-1,17-35 1,0 35-1,1-36 1,17 18 0,-18 1 15,1-1-15,-1-17-16,0 35 31,1-18-16,-1 0-15,0-17 32,18-1-17,-17-17 95,17 18-95,0 0 17,0-89 108,0-88-109,0 106-31,0-35 16,0 35 0,0 18-1,0 0 17,0 105 233,0 1-249,0 35-1,0-53 1,0-36-16,0 19 16,0-1-1,0-18-15,0 1 16,0 0 0,0-1-16,0 19 15,0-1 1,0-17-1,0-1 1,53-34 203,52-54-188,-34 36 0,-53 17 1</inkml:trace>
  <inkml:trace contextRef="#ctx0" brushRef="#br0" timeOffset="63777.94">28804 3475 0,'18'0'62,"0"17"-15,-1 1-31,-17 35-1,0-18 17,-17 36-17,-36-1 1,17-34-16,1-1 15,0-35-15,0 18 16,-18-1-16,0 36 16,-18-35-1,36 17 1,17 0 0,18-17-1,0 0 1,0-1-1,0 1 1,0 0 0,0 17-1,18-35 1,-18 70 15,0 54-15,0-54-1,-18 19 1,-70-19 0,35 18-1,-35-17 1,35-36 0,18-17-1,35-1 1,0 1-16,-18 17 15,18 1 1,-18 34 15,18-34-31,0-19 0,-17 1 16,17 17 15,-18-17-15</inkml:trace>
  <inkml:trace contextRef="#ctx0" brushRef="#br0" timeOffset="64953.3">29034 2628 0,'70'0'109,"18"0"-93,71 0-1,-71 0-15,71 0 16,-106 0-16,70 0 16,19 18-16,-37-18 15,36 0 1,-70 17-16,0-17 0,17 18 15,88 17 17,-17 36-17,0-1 17,-36 1-17,18 17 1,-17-17-1,52 17 1,-70 0 0,35 53-1,-106-105-15,1-1 16,-19-35-16</inkml:trace>
  <inkml:trace contextRef="#ctx0" brushRef="#br0" timeOffset="66122.92">32156 3281 0,'-18'0'109,"-123"88"-78,123-70-31,-17 17 16,-36 0 0,71 0-1,-70 54 1,70-36-1,-18 52 1,18-69 0,0 17-1,0 0 1,0-18 0,0 0-1,0 0 1,18 1-1,-18-19-15,88 71 32,-35-70-17,18 0 1,105-18 15,-105 0-15,-1-18-1,-17-52 1,0 17 0,0-18-1,-36 18 1,19-17 0,-19 52-16,1-35 15,0 35 1,-1 1-16,-17-1 15,0-52 1,0 17 0,0 0 15,-17-18-15,-19-17-1,19 35 1,-36 0-1,35 53 1,1 0 0,-1 0-1,-17 0 1,17 0-16,0 0 16,1 0-16,-1 18 15,18-1-15,-35 1 47,35 0 0</inkml:trace>
  <inkml:trace contextRef="#ctx0" brushRef="#br0" timeOffset="66872.02">32561 4039 0,'0'36'47,"0"16"-32,0 54 1,0 0-1,0-53-15,0 176 32,0 89-1,0-54-15,0-105-1,0-18 1,0-35-1,0-53 1,-17-35 0,17-71 124,17 0-140</inkml:trace>
  <inkml:trace contextRef="#ctx0" brushRef="#br0" timeOffset="67774.58">32561 3792 0,'0'53'47,"0"35"-32,0-70-15,18 35 16,0 18-1,17 17 1,0 18 0,0-1-1,36 54 17,-71-88-17,35 17 1,1 71-1,-19-89 1,1 54 0,17-36-1,-17 0 1,-18-35 0,0-18-1,0-17 1,0 0-1</inkml:trace>
  <inkml:trace contextRef="#ctx0" brushRef="#br0" timeOffset="68782.13">32614 3598 0,'36'18'172,"69"17"-141,72 36 0,-142-54-15,36 36-16,-18-17 15,88 69 1,-53-16 0,0 16-1,-35-34 1,-18 0 0,1-1-16,-1-35 15,0 71 1,0-35-1,-35-36-15,18-17 16</inkml:trace>
  <inkml:trace contextRef="#ctx0" brushRef="#br0" timeOffset="70155.75">30780 1976 0,'-18'35'15,"18"-18"1,0 19-1,0 34 1,18-34 0,-18-1-1,17 35 1,-17-17 0,0 0-1,0 0 1,-35 18-1,0 17 17,0-35-32,-18-18 15,53 0 1,-18 1 0,-17 17-1,35-18 1,0-18-1,0 19 1,35 17 0,36-18-1,-36 0 1,-17 18 0,-18-35-1,0 88 1,-36-36-1,-17 18 1,0-52 0,36 34-1,17-17 32,0-18-31,0 1-1,0-1 1,0 0 0,0 1-1,-18-1 1,18-18 0,-17-17-1,-1 0 110</inkml:trace>
  <inkml:trace contextRef="#ctx0" brushRef="#br0" timeOffset="87421.22">30815 2064 0,'0'35'47,"0"-17"-31,0-1 0,18 1-1,-18 17 1,0-17-1,0 17 1,0 0 15,0 1-15,0 70 15,-18-71-15,-35 18-1,18 35 1,17-53 0,1 0-1,-1 18 1,0-35 0,1 35-1,17-35-15,-18 17 16,18-18-1,0 1-15,0 35 32,0-35-17,35 17 1,1 0 15,-36 1 0,0 16-15,0-16-16,0-1 16,0 0-16,-18 1 15,-35 34 1,35-35-16,1 1 16,-1-1-1,18 0-15,-17-17 16,17 17-1,0 0 1,0-17 0,0 0-16,0 17 31,0 0 0,0 18-15,0-18-1,-53 18 1,17-17 0,-34-1-1,52-35-15,-17 35 16,17-17 0,1-18 62</inkml:trace>
  <inkml:trace contextRef="#ctx0" brushRef="#br0" timeOffset="89328.43">28981 3369 0,'0'18'47,"-36"-1"-31,36 19 15,0-19 0,-17 18-15,-1 1 0,18-19-1,0 1-15,-18 17 16,18 1 0,-17 17-1,-1-18 1,-17 18-1,17-18 1,-35 36 0,0-19-1,1-34 1,-1 35 15,35-53-31,0 18 16,-17-1-1,17 1-15,-17-18 16,0 35 0,0-17-1,-18 17 1,53-17 0,-18-18-1,0 17 1,18 1 15,0 0-15,0-1-1,0 1-15,0 17 32,18-17-17,-18 35 1,0 0-1,0 0 1,0 17 0,-18-35-1,-17 18 1,17-17 0,1-19-16,-1 19 31,18-19-16,0 1-15,0-1 16,0 19 15,0 17-31,0-36 32,-17 19-17,-19-1 1,-17-17-1,0 17 1,-17 0 0,35-17-16,-1-1 15,19 1-15,-1 0 16,0-1 0,1-17 140</inkml:trace>
  <inkml:trace contextRef="#ctx0" brushRef="#br0" timeOffset="92564.67">3457 4921 0,'18'18'31,"-1"0"-15,36-1-1,-35-17 1,35 18-16,-18-1 16,1-17-1,69 18 1,-34-18 0,17 0-1,71 0 1,0 0-1,-18 0 1,35 0 0,0 0-1,-17 0 1,18 18 0,122-18 15,-34 0-16,70 0 1,-105 0-16,105 0 16,17 0-1,-193 0 1,-124 0 0</inkml:trace>
  <inkml:trace contextRef="#ctx0" brushRef="#br0" timeOffset="104886.64">28857 3281 0,'18'0'15,"-1"0"1,1 0 0,-18 53 62,0-36-63,0 54 1,18-36 15,-1 0-31,1-17 16,-18 17-16,0 1 31,0 17-15,-35-18-16,-18 0 15,-88 53 1,35-52 0,53 34-1,0-35 1,53 1-1,0-1 17,0 0-1,0 1 0,0-1-31,0-18 16,-53 54-1,18-18-15,-36 0 16,36-35-16,-36 34 16,19-16-16,16 17 0,1-18 15,0-17 1,35 34 0,-18-16-1,18-1 1,0 0-1,18 36 1,-18-36-16,0 18 31,0 18-15,-36-36 15,-69 71-15,16-89-1,89 19 1</inkml:trace>
  <inkml:trace contextRef="#ctx0" brushRef="#br0" timeOffset="106656.08">30621 1940 0,'18'18'109,"88"141"-77,-54-71-17,-16-35 1,-36-18-1,17 36 1,-17-1 0,-17 1-1,-1-1-15,-17 1 16,-18 52 0,35-87-16,1 16 15,-1 1 1,18-35-16,0 0 15,0 17 1,0 0 0,18 18-1,17-18 1,-17 1 15,-18-1-15,0 0-1,0-17-15,0 17 16,-18 71 0,0-88-16,18 17 15,-17 18 1,17-18-16,0 0 16,0 18-1,0 18 1,0-36-1,0 18 1,0 0 0,-18-35-1,18-1-15,-18 19 32,18-19-1,0 1 16</inkml:trace>
  <inkml:trace contextRef="#ctx0" brushRef="#br0" timeOffset="112345.01">1323 7796 0,'18'0'140,"70"0"-124,-18 0 0,18 0-16,71 0 15,-35 0-15,-18 0 16,17 0 0,-35 0-1,-35 0 1,71 0-1,-36 0 1,18 0 0,70 0-1,18 0 1,35 0 0,-105 0-1,-107 0-15,36 0 16,-17 0-1,-19 0-15,1 0 16,123 0 0,0 0-1,106-17 1,-18-1 15,-70 18-15,88-35-1,53 17 1,-159 18-16,35 0 16,107 0-1,-19 0 1,-211 0-16,-18 0 16,18 0-1,-35 0 1,-18-17 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50:44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4339 4851 0,'53'0'47,"141"0"-16,-123 0-31,-1 0 16,36 0 0,18 0-1,-1 0 1,0 0 0,1 0-1,-54 0 1,19 0-16,34 0 0,-52-18 15,105 0 1,0 1 0,-140 17-1</inkml:trace>
  <inkml:trace contextRef="#ctx0" brushRef="#br0" timeOffset="888.59">6491 4798 0,'18'0'125,"-1"0"-109,36 0-1,53 0 1,106 0 0,-53 0-1,17 0 1,-106 0-1</inkml:trace>
  <inkml:trace contextRef="#ctx0" brushRef="#br0" timeOffset="3049.28">12947 5274 0,'-18'18'141,"-52"52"-126,-36 1 1,35-18 0,18 0-16,1-18 15,-37 35 1,36-17-1,18-17-15,17 17 16,-17-36-16,0 89 16,17-35-1,1-19-15,-19 54 16,19 0 0,17-35 15,0-36-16,0-17 1,0-1 0</inkml:trace>
  <inkml:trace contextRef="#ctx0" brushRef="#br0" timeOffset="4822.49">12083 6756 0,'17'0'31,"1"35"16,0 36-16,-1 34-15,-17-87 0,0 35-1,0-35 1,0-36 78,-17-123-63,52 0 0,0 105 0,0 54 16,1 0-31,-1 70 0,0 0-1,-17-35-15,-1-35 16,1 17-1,-18-17-15,0-71 79,0 0-64,0-18 1,0-35-1,0 53 1,18 36 0,-18-1-1,17 18 17,1 0-17,-18 18-15,35 35 16,1 0-1,-36-18-15,35 18 16,0-18 0,-35-17 31,18-18-1,-1 0-30,1-18-16,0-17 16,35-18-1,-18-18 1,-35 54-16,0-19 16,0-17-1,0 36 1,-71 17 31,18 0-32,1 17 1,16 89 31,36-17-32,0-37-15,53 19 16,-35-36 0,17-17-16,-17 0 15,-1-18 1,19 0 0,-36-36-1,17 1 1,-17-18-1,0 18-15,18 35 16,0 35 93,-1-17-93,1-1 0,-18 1-1,17 0 1,1-1 0,-18 1-1,18-53 63,-18 17-78</inkml:trace>
  <inkml:trace contextRef="#ctx0" brushRef="#br0" timeOffset="5279.57">12876 6720 0,'18'0'47,"88"71"-31,35 0 0,-70-1 15,34-17-16,-69-35 1,-36-36 125</inkml:trace>
  <inkml:trace contextRef="#ctx0" brushRef="#br0" timeOffset="5771.65">13370 6544 0,'0'88'15,"0"-176"-15,0 247 16,-17-106-16,17-18 15,-18 18 1,0 17 0,-17 1-1,17-18 1,1-18 0,-1-17-16,18-1 31,71-34 94,-36-18-110,18-1 1</inkml:trace>
  <inkml:trace contextRef="#ctx0" brushRef="#br0" timeOffset="6624.17">13547 5415 0,'35'0'62,"318"0"-31,-265 0-31,141 35 16,1 36 15,-107 0-31,-88 17 31,-17-53-31,0 0 16,17 71 0,-35-88-16,17 17 15,-17 0 1,0-17 0,18 0 15</inkml:trace>
  <inkml:trace contextRef="#ctx0" brushRef="#br0" timeOffset="7590.18">14781 5715 0,'0'18'93,"36"105"-77,-19-70-16,19 70 31,-19-17 0,-17-123 48,-53-72-64,0 54 1,0 18-1,36-1 1,-18 18 0,17 0 140,0 0-140,71 18 93</inkml:trace>
  <inkml:trace contextRef="#ctx0" brushRef="#br0" timeOffset="8787.76">15169 5997 0,'18'18'47,"-18"17"-32,18 18 1,-1-18 0,1 18-1,-18-35 1,0 0 0,0-124 93,0-35-78,0 88-31,0 17 31,0 19-15,18 17 31,52 70-31,-35-34-16,54 87 15,-19-52 1,-35-1-1,-35-17 1,18-35 0,-18-54 62,0-52-63,18 0 1,-18 53 0,0 17-16,17-17 15,1 17 1,17 18 15,18 18-15,18 35-1,-18 0 1,0-18 0,-53-17-1,17-18 1,19 0 0,-19 0-1,18 0 1,-17 0-1,-18-18 32,0 0-31,0-17 0,0 17 15,0 1-16</inkml:trace>
  <inkml:trace contextRef="#ctx0" brushRef="#br0" timeOffset="9080.76">15875 5768 0</inkml:trace>
  <inkml:trace contextRef="#ctx0" brushRef="#br0" timeOffset="9936.94">16069 5838 0,'18'18'31,"-1"70"0,1-35-15,17 18-1,-17-54 1,-18 1 0,0-36 77,106-158-77,-89 158 0,-17-17-16,18 35 31,0 0-31,-1 35 47,19 18-32,16 53 1,19-18 0,-36-52-1,-17-19 1,-18-34 78</inkml:trace>
  <inkml:trace contextRef="#ctx0" brushRef="#br0" timeOffset="13054.36">14305 7479 0,'18'18'47,"-18"-1"-32,35 18-15,18-17 16,0-18 0,106 0-1,-89 0 1,-17-70 0,0-1-1,-18-35 1,36 36-1,17-1 1,71 0 0,-71 36-1,-17 35-15,105 0 32,0 53-17,-87 18 16,-89-54-15,35-17 47,141-106-48,-141 89 1,124-18-1,-35 17 1,-18 18 0,-54-18-1,-34 18-15,-18-35 63,0 17-48,0-35 1,18-17 0,-18 17-1,0 18 1,17 35 62,-17 35-62</inkml:trace>
  <inkml:trace contextRef="#ctx0" brushRef="#br0" timeOffset="13920.87">16951 7056 0,'0'-18'78,"0"0"-47,0 1-31,18-19 32,70 19-17,-53 17 1,18 35 0,-35 36-1,-18 17 1,0-18-1,0 1 1,-36-18 0,1-36-1,35 1 1,-18 0 15,18-1-15,0 1-1,0 0 17,18-1-17,17-17 1,18-17 0,0-19-1,18-17 1,-71 36-16,17 17 15,1-18 1,-18 0 0,18 18 46,35 0-15,-36 0-47,1 0 0,-1 0 31</inkml:trace>
  <inkml:trace contextRef="#ctx0" brushRef="#br0" timeOffset="14951.7">17657 6932 0,'0'18'78,"35"423"-47,0-283 1,-35-105-1,0-123 63,-35-89-79,0 71 1,17-36 0,0-34-1,18 87 1,0 53-16,0 1 31,0-1-15,18 18-1,0-17 1,-1 17 15,18 0-15,18 52 15,-35-34-15,0 17-1,-18-17 17,0 17-17,0 1-15,0-19 16,0 18-1,-18-17 1,18 0-16,0-1 16,-18-17-1,1 0 1</inkml:trace>
  <inkml:trace contextRef="#ctx0" brushRef="#br0" timeOffset="15504.77">17903 6597 0,'18'159'47,"0"-1"-32,-18-105 1,17 36 0,-17-72 15,0-34 94,18 17-125</inkml:trace>
  <inkml:trace contextRef="#ctx0" brushRef="#br0" timeOffset="17139.97">18433 6809 0,'-18'0'0,"36"0"0,-71 0 32,35 0-17,0 0-15,1 17 16,-18 19 15,17 52 0,18-35-15,0-18 0,0-17-1,0-1 1,53-17 46,0 0-46,-18 0 0,-35-53 15,0 0 0,0 36-31,0-36 31,0 35-15,0 36 78,0-1-94,0 19 15,35 17 1,-17-53 15,-18-36 32,18 1-48,-18 17 1,0-34 0,70 122 31,-52-35-32,88 54 1,-54-89-1,-16 0 1,-19-36 15,1-17-15,-18 18-16,0 17 16,0-34 15,0 16-31,18 19 15,-18-19 1,0 19 0,0-1-1,0 106 95,35 18-95,-17-35-15,87 176 32,-87-177-1,0 1-16,-1-18 1,-17-36-16,0 19 31,0-19 1,-17 1-17,17-1-15,-36-17 16,19 0-16,-1 0 15,-17 0 1,0-17 0,-18-1-1,17-17 1,1 17 0,17 18-1,1-35 16,17 17-31</inkml:trace>
  <inkml:trace contextRef="#ctx0" brushRef="#br0" timeOffset="18697.34">19138 7003 0,'0'-36'63,"0"19"-48,0-36 1,0 18-1,0-18 1,0 17 0,0 19-16,0-1 15,0 0 1,0 1-16,-17-1 16,17 0 15,-142 18 0,54 36-15,35 17-1,36-18 1,17-17 0,0 17-1,0-17 1,17-1-1,-17 1 1,71-1 0,-36 1-1,18-18-15,71 0 32,-107 0-32,-17-35 46,0 0-30,18 17 0,-18-35-1,0 35-15,0-17 32,17 35 14,1-18-14,0 18-17,-1 0 1,-17-17 15,36 87 16,-19 1-31,-17-36-16,18-17 15,-18 17-15,0-17 16,0-54 78,0 19-79,0-89 1,-18 35 0,18 18-1,0 18 16,18 18-31,-18-19 32,35 19-17,-17-1 17</inkml:trace>
  <inkml:trace contextRef="#ctx0" brushRef="#br0" timeOffset="28455.73">12612 9384 0,'106'0'125,"-1"0"-94,19-35 0,-106 17-31,-1 18 16,18 0-1,1-18 1,-19 18 0,19 0-1,17 0 1,-36 0 15,1 0-15</inkml:trace>
  <inkml:trace contextRef="#ctx0" brushRef="#br0" timeOffset="29282.41">12929 9049 0,'18'70'125,"0"1"-93,17 70-17,-18-88-15,-17-18 16,0 53 0,36-35-1,-36 0 1,17-35-16,-17-1 15,0 1 1,18 17-16,0 54 31,-18-19-15,17-52 0,-17-1 15,0-140 141,18 88-172</inkml:trace>
  <inkml:trace contextRef="#ctx0" brushRef="#br0" timeOffset="30296.12">13423 8908 0,'18'17'63,"-18"36"-48,0 18 1,17 17 0,1 35-1,0-17 1,-1-35-16,-17-18 16,18 17-1,-18-34-15,0-1 16,18 18-1,-18-36-15,17 19 32,-17-19 46,0-34 94</inkml:trace>
  <inkml:trace contextRef="#ctx0" brushRef="#br0" timeOffset="31733.19">16651 9119 0,'71'0'140,"52"-35"-124,-52 0 0,-18 35-1,-53-18 1</inkml:trace>
  <inkml:trace contextRef="#ctx0" brushRef="#br0" timeOffset="32559.53">17268 8855 0,'0'-18'31,"0"0"16,0 36 78,0 88-109,0-18-1,0-17 1,0 34 0,0-16-1,0-19 1,0-52 0</inkml:trace>
  <inkml:trace contextRef="#ctx0" brushRef="#br0" timeOffset="34028.31">14023 10160 0,'0'35'16,"18"36"-1,17 17 1,71 0 0,-36-35-1,-17-18 16,-18-35-31,1 18 16,17-18-16,-18 0 16,71 18-1,-53-18-15,105 0 16,-87 0 0,-53 0-16,52-36 15,71-52 1,-105 53-1,16-36 1,-34 36 0,35-18-1,18-17 1,17 17 0,-35 35-1,-18 0 1,0 18-1,0 0 1,18 0-16,0 0 16,124 89-1,-89-36 1,18 52 0,-53-52-1,-18-17 1,-35-1-1,18-35 1,-1 0 0,1-53 46,-18 0-46,17-35 15,54 35-15,0 35-1,52 1 1,1 17 0,105 0-1,-106 0-15,89 0 16,141 0-1,-300 0-15,0 0 16,-36 0-16,-17-18 16,0 0-1,0 1-15,18-1 16,-18-35 0,0-17-1,18 34 16,-18 1-15,0 17 0,0 71 93</inkml:trace>
  <inkml:trace contextRef="#ctx0" brushRef="#br0" timeOffset="36639.06">15893 11359 0,'0'-17'47,"17"-18"-16,-17 17-15,0 0-1,0 1 1,0-19-16,0 1 15,-53-18 1,36 18-16,-160-18 31,124 53-15,36 0 0,-1 35 15,0 142 0,18-107-15,-17 18-1,17-52 1,0-1-16,35 0 16,53 36-1,-52-54-15,17 1 16,70 0-1,-105-18 1,-1 0 0,1 0 15,-36 0 16,-88 0-32,71 0-15,-35 0 16,17 0 0,123-71 31,142 18-16,-159 53 0,-36 0-15,1 0-1,17 0 32,18 0-16,-35 0 1,0 18-17,-1 35 1,-17-18 0,0-17-1,53-18 32,35-53-31,-88 35-1,71-35 1,-71 18-16,0-53 16,0 35 15,-18 53-31,18 53 78,0-36-62,18 19-1,17 34 1,0-52-16,-35-1 15,18 1-15,0-18 16,-18 18 0,35-54-1,-17 1 1,-1-18 0,1-17 15,17 34 0,0 36-15,-17 18-1,17 0 1,-35 17-16,53-70 94,18-18-63,-54 53-31,19 0 31,-19 17-15,-17 1-16,36 0 31,-19-18 16,36-18-31,0 0-1,-53 1 1,71 34 78,35 1-63,-89-18-16</inkml:trace>
  <inkml:trace contextRef="#ctx0" brushRef="#br0" timeOffset="37119.93">17515 11112 0,'18'0'93,"70"0"-77,106 0 0,18-35-1,-89 18 1,-87 17-16,-54 0 78,18 17-62,-35 1 15,17 17-31</inkml:trace>
  <inkml:trace contextRef="#ctx0" brushRef="#br0" timeOffset="37671.33">17657 11412 0,'0'0'0,"0"-17"16,17 17-16,1 0 16,17 0-1,-17 0-15,52-18 16,124 0 0,-106 1-1,-70 17 1,-18-18-1,18 18 142</inkml:trace>
  <inkml:trace contextRef="#ctx0" brushRef="#br0" timeOffset="38787.79">18785 10883 0,'-17'0'0,"34"0"0,-52 0 15,17 0-15,-17 0 16,0 0-1,-18 53 1,18-53 0,35 35-1,-18 1 1,18-1 0,0 0 15,0 36 0,0-54-15,0 1-1,18-18-15,-18 18 16,53-1 0,-36 1-1,36-18 1,-18 0-1,-17 0 1,0 0 31,-18-18-31,17-17 30,-17 17-30,0 1-16,18-19 16,-18-16-1,0 34-15,0-53 32,0 54-17,0-1 1,0 0-1,-35 1 17,-18-18-17,35-1 1,1 36-16,-1 0 16,0 0 15,-70 0 0,-35 36-15,17-19-1,71 18 1,17-17 0</inkml:trace>
  <inkml:trace contextRef="#ctx0" brushRef="#br0" timeOffset="43804.21">1164 8802 0,'53'0'359,"-18"0"-343,36 0-1,-36 0 16,-17 0-15,-1 0 0,19 0-16,-19 0 0,54 0 31,35 0-15,-36 0-1,19 0 1,-1 0-1,18 0 1,-18 0 0,35 0-1,-52 0 1,-1 0 0,-34 0-1,-1 0-15,88 0 31,-34 0-31,-19 0 16,36 0 0,-36 0-1,-17 0 1,0 0 0,36 0-1,34 0 1,-35 0-1,-35 0-15,35 0 16,0 0 0,-35 0-16,-17 0 15,70 0 1,-71 0-16,35 0 16,89 0-1,-71 0 16,-17 0-15,-18 0 0,0 0-1,-18 0 1,36 0 0,-36 0-16,0 0 15,18 0 1,0 0-1,-18 0-15,53 0 32,-17 0-17,-18 0 1,0 0 0,0 0 15,0 0-16,35 0 1,18 0 0,-1 0-1,54 0 1,-106 0-16,-18 0 16,54 0-1,-72 0-15,19 0 16,34 0-1,1 0 1,70-18 0,-53 18-1,0 0 1,-53 0 0,-17 0-1,17 0 1,-17 0-1,0 0-15,17 0 16,0 0 0,-17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51:43.1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2346 5838 0,'18'0'47,"52"18"-16,124 17-15,-35-17 15,17 0-15,89 17-1,35-35 1,105 0 0,-122 0-1,158 0 1,-212 0-16,-17 0 15,211 0 1,-264 0-16,70 0 16,247 18-1,-35-1 1,-53-17 0,-53 18-1,-70-18 16,35 0-15,-71 0 0,18 35-1,-18-35 1,-158 0-16,35 0 16,105 0-1,-122 0-15,34 0 16,124 0-1,-176 0 1,-18 0 0,52 0-1,1 0 1,35 0 0,-70 0 15,-53 0-31,-36-70 140,-17-89-124,-1 35 0,36-34-1,-17-54 1,17 88 0,0 1-1,0 35 16,0 35-31,0 35 16,0-70 0,0 35-1,0 18 1,0 17 0,-36 18 140,-387-17-125,-106 17-15,-230 0-1,513 0-15,-195 0 16,-53 17 0,53 1-1,282-1-15,71 1 16,-194 35-1,158-35-15,1-18 16,-283 53 0,159-53-16,53 0 15,-406 0 1,230-18 0,158 18 15,36 0-31,-124 0 31,71 0-15,52 35-1,-123-35 1,212 0-16,-35 0 16,34 0-16,1-17 15,-106-19 1,88 19-16,-17-19 15,-18 1 1,0 0 0,35 17-1,-53 1 1,18 17 0,53 0-1,53 0 16,17 0-15,0 141 172,-17 159-157,17-230-31,1 106 31,-1-70-15,18-53-1,0 0 1,0-18 0,0 18-1,0 18 1,18-36-1,-18 0 1,0-17-16,0 0 16,0-1-1,17-17 1,19 0 125,228 0-126,36 18 1,-124-18-16,54 0 15,-54 0-15,-17 0 16,141 0 0,-212 0-16,-18 0 15,-52 0 63,17 0-62,18 0 0,0 0-1,-17 0-15,-19 0 16</inkml:trace>
  <inkml:trace contextRef="#ctx0" brushRef="#br0" timeOffset="1632.72">10107 5327 0,'35'-18'110,"89"-17"-95,123 0 1,141-53 0,-229 35-16,-1 35 15,36-35 1,230-70 0,-160-1 15,142-52 0,-212 105-15,-71 36-1,-87 35 1</inkml:trace>
  <inkml:trace contextRef="#ctx0" brushRef="#br0" timeOffset="2699.4">10001 5450 0,'141'0'109,"159"0"-93,-212 0-16,106 0 16,-35 0-16,35 0 15,53 18 1,-123 0-16,34 35 16,107 17-1,-159-17 16,-18 0-15,71 35 0,-36-17-1,54 17 1,-89-18 0,0-34-1,-70-19 1,-36-17 109</inkml:trace>
  <inkml:trace contextRef="#ctx0" brushRef="#br0" timeOffset="3538.62">10283 5450 0,'124'53'63,"317"194"-32,-282-159-31,-36 1 0,-17-1 16,35 35-16,159 160 31,-106 16 0,-141-69 0,-35-160-15,-1 1-16,-17 17 16,18-17-16,-18-1 15,0 18 1,0-35-16,0 35 31</inkml:trace>
  <inkml:trace contextRef="#ctx0" brushRef="#br0" timeOffset="4530.37">10372 5468 0,'0'35'78,"17"1"-63,-17-19-15,36 1 16,105 141 0,-18-36-1,106 230 17,-158-177-32,17 177 31,-70-141-16,-18-124 1,0 18-16,-18-18 16,-35 141-1,18-123 1,-18-18 0,35-35-16,-17-35 15,18 35 1,-1-36-1</inkml:trace>
  <inkml:trace contextRef="#ctx0" brushRef="#br0" timeOffset="5883.16">13106 5786 0,'0'-18'16,"0"0"15,17 18 16,-17-17-31,53 17 46,35 0-46,-35 17-16,0 1 15,-17 0 1,-19-1 0,-17 1 15,0 17-16,0 0 1,0 18 0,-17-17-1,17-1-15,-36 0 16,-17 18 0,18 0-1,0-18 1,35-17-1,0 0 1,0-1-16,0 18 31,0-17-15,0 17 0,0-17-1,0 35 188</inkml:trace>
  <inkml:trace contextRef="#ctx0" brushRef="#br0" timeOffset="6359.77">13317 6738 0,'0'18'188,"-17"-1"-172</inkml:trace>
  <inkml:trace contextRef="#ctx0" brushRef="#br0" timeOffset="7716.45">12382 7391 0,'0'-18'16,"0"0"15,0 1-15,0-1-16,18 0 16,35-17-1,-35 35 1,-1 0-1,1 0 1,0 0 0,17 18-1,-17-1 17,-18 1-17,0 0 1,0 52 15,0 19-15,0-19-1,-18-35 1,-17 18 0,-1 0-1,1-35 1,17-18-1,-17 17 1,17 1 78,18 35-79,0 18 1,0-19 0,0 1-1,0-17 1,0-19 0,0 1-1,0 0 16</inkml:trace>
  <inkml:trace contextRef="#ctx0" brushRef="#br0" timeOffset="8395.57">12400 8502 0,'18'0'32,"-18"18"139,-18-1-139</inkml:trace>
  <inkml:trace contextRef="#ctx0" brushRef="#br0" timeOffset="9687.11">10971 7902 0,'18'0'171,"17"0"-155,-35 18 0,18-18-1,-18 35 1,0 18 0,0-35-1,0 17-15,0 0 16,0 1-1,0-1 1,-18 0 0,1-17-1,-19-1 1,19-17 31,17 18 0,-18 17-16,18-17-31,0 35 31,0-18-15,0 36 15,18-54-15,-18 1 171</inkml:trace>
  <inkml:trace contextRef="#ctx0" brushRef="#br0" timeOffset="10155.25">11042 8819 0,'18'0'47</inkml:trace>
  <inkml:trace contextRef="#ctx0" brushRef="#br0" timeOffset="12583.1">14340 6121 0,'0'0'15,"0"-53"1,0 35 0,0 0-1,0 1 1,-35 17 46,-18 0-46,0 0 0,0 0-16,0 0 15,18 0 1,18 0 0,-1 35-1,0-17-15,-17 17 16,35 0-1,-18 54 1,1-37 0,17-34-16,0 17 15,0 36 17,0-18-17,35-36 16,-17-17-15,17 0 0,35 0-1,-52-35 1,0 35-16,-18-35 16,0-18-1,0 0 1,0 0-16,0 18 15,0-18 1,0 35 0,0 1-1,0 34 110,0 1-109,35 88 0,-17-36-1,-18-34-15,17-1 16,19 18-1,-19-53 17,-17-35 30,0-1-31,0 19-31,18-19 32,-18 19-17,0-1-15,17 0 16,19 54 78,-1 17-79,53 35 1,-52-35 0,-19-53-1,18 0 16,1 0 1,-19-18-32,1-35 15,0 0 1,-18-35 0,0 53-1,17 70 48,19 18-48,-1-18-15,0-17 32,0-36 139</inkml:trace>
  <inkml:trace contextRef="#ctx0" brushRef="#br0" timeOffset="13206.42">14922 5750 0,'0'0'0,"0"53"78,0-18-62,0 18-16,0 18 0,0 17 16,18 71-1,0-18 1,-1 18-1,19-89 1,-36-34 0,0-89 62,0 0-47,0 0-31</inkml:trace>
  <inkml:trace contextRef="#ctx0" brushRef="#br0" timeOffset="15188.44">14781 6332 0,'53'-88'94,"124"0"-63,-54 53-15,36-1 0,-106 36-16,-36 0 15,-17 53 110,-17 0-109,-1-17 15,1 87-15,17-70-16,0-35 15,0 34 1,17-34 15,-17 0-15,35-18-16,-17 0 15,106 0 1,-72 0 0,-34-18-1,-18 0 1,0-34 0,0-37-1,-18 36 16,1 36-31,-1 17 16,1-18 0,17 1-1,0-19 32,0 19-31,0-1-16,0-17 15,17-1 1,1 19 0,35 105 46,-36-53-46,19 36 15,-19-36-15,-17-17-16,18-18 31,35-53 78,0-71-77,-36 89-17,19 0 1,-19 35 15,19 17-15,69 107-1,-34-36 1,-18 36 0,-18-89-16,-17 0 15,35-282 95,-18 212-95,-35 17 48,18 71-1,-18 0-46,17 71-1,36-72 1,-35-16 0,0-36-1,17 0 1,-35-36 0,17-52-1,-17 0 16,0 35-15,0 0 0,0 36-1,0-1 1,-17 18 0,-54 0-1,18 0 1,36 0-1,-19 18 1,36-1 0,0 1-1,0 0 1,18-18 0,17 17-16,1-17 15,-1 0-15,71 0 16,-53 0-1</inkml:trace>
  <inkml:trace contextRef="#ctx0" brushRef="#br0" timeOffset="16453.41">16704 6174 0,'0'17'0,"18"54"15,-1 17 1,-17-70-16,0 52 31,0-35-15,0-105 62,0 35-62,0-89-1,18 36 1,-18 70-16,0 1 15,18 17 1,-1 0 0,89 158 15,-53-105-15,-18-17-1,-17-54 79,0-53-78,17 36-16,18 18 15,-36 17 1,19 0-1,-1 0-15,35 17 16,72 18 0,-19-35-1,18 0 1,-123 0 0,-18-35-1,0-35 1,-18 17 15,18 35-31,0 71 94,0 88-79,0-53 1,0-17 0,18-54-1,-1-17 1,19-35 0,-1-35-1,-35 52 1,18-53 15,17 54-15,-35-1-16,0 1 15,0-1 17,0 0-17,0 1-15,-18 17 31,1-18 1,-1 18-17,0 53 48,1-35-32</inkml:trace>
  <inkml:trace contextRef="#ctx0" brushRef="#br0" timeOffset="17498.46">17851 6103 0,'0'53'47,"88"88"-16,-71-123-15,19-1-1,-19-17 1,1 0 0,0 0-1,17-35 1,-18 17-16,1-34 15,35-72 1,-53 36 0,18 88-1,-1 88 48,1-53-48,0 1-15,-1-1 32,19-35-17,-19 0-15,36 0 16,0 0 0,0 0-16,17-18 15,-52 1 1,0-19-1,-18-17 1,0 18 0,0 17-16,0-17 15,17 35 79,107 71-78,52 35-1,-70-36 1,-88-52 0,-18 17-1,0 0 16,-53-35-15,35 18-16,1-18 16,-1 18-16,0-1 93,36-17-46,88-35-31</inkml:trace>
  <inkml:trace contextRef="#ctx0" brushRef="#br0" timeOffset="18098.75">19579 5838 0,'0'53'31,"18"-17"-15,-1-1-16,1 0 15,17 36 1,-17-18-16,17-18 15,-17 0 1,-18-105 62,35-124-47,0 0 1,-35 158-17,0 19-15,18 17 78,0 35-62,17 0-16</inkml:trace>
  <inkml:trace contextRef="#ctx0" brushRef="#br0" timeOffset="19416.28">20126 5909 0,'18'0'31,"17"-35"-16,35-1 1,-52 1 0,0 35-16,-18-17 15,0-1 1,-18 0 93,-52 18-93,34 0 0,-17 36-1,36 16-15,17-34 16,0 70-1,0-52-15,0-1 16,0 18 0,0-18-16,0-17 15,17-1 1,19 1 0,17-18-1,88-106 32,35-53-16,-158 142-31,17-1 16,0-70 0,-17 53-16,-18-36 15,0 18 1,0-17-1,-18-36 1,-17 70 0,17 1-1,1 18 1,-1-1 0,18 36 30,0 140-14,0 1-17,35-18 1,1-88-16,-19-35 16,18 35-1,1-53 16,-1 0 1,-17-18-17,35-35 1,0 0 0,-36 36-1,18-1-15,-17 18 47,35 18-31,-35 17-16,17 18 0,0-18 15,53 18 1,-70-18 0,-18-52 62,-18-72-47</inkml:trace>
  <inkml:trace contextRef="#ctx0" brushRef="#br0" timeOffset="19736.48">20955 5644 0</inkml:trace>
  <inkml:trace contextRef="#ctx0" brushRef="#br0" timeOffset="20266.16">21378 5574 0,'-17'70'62,"-1"1"-30,18-53-17,0 52 1,0-35 0,35-35 30,-17 0-30,17-35 0,159-71-1,-70 36 1,-89 52-16</inkml:trace>
  <inkml:trace contextRef="#ctx0" brushRef="#br0" timeOffset="21359.66">21766 5486 0,'0'0'16,"-17"17"-1,-1-17 1,0 36-16,18 17 31,-17-1-15,17 1-1,0 0 1,0-35 0,0 0-1,53-36 79,-36-17-94,36-36 16,-53 53 15,36 36 47,-19 0-62,18-1-1,1-17 1,17 0-16,-36-17 15,89-71 1,-71-18 0,-17 35-1,-18-17 1,0-18 0,-18 18-1,-34 35 16,34 53-31,0 18 47,-17 140-15,35 1-1,71 0 0,-54-124-15,18 18-16,1 18 15,-1-36 1,-17-35 0,-1 0 46,1 0-15</inkml:trace>
  <inkml:trace contextRef="#ctx0" brushRef="#br0" timeOffset="21625.43">22384 5768 0</inkml:trace>
  <inkml:trace contextRef="#ctx0" brushRef="#br0" timeOffset="44899.42">15117 4886 0,'-18'0'140,"36"0"173,-1 0-282,1 0-15,-1 0-16,36 0 31,0 0-15,0 0-1,0 0 1,-35 0 0,17 0 15,0 0 0,-17 0-15,0 0-16,17 0 31,-18 0-15,1 0-16,0 0 15,17 0 1,-17 0-1,17 0 1,-17 0 0,17 0-1,18 0 1,-36 0 0,1 0-1,0 0 1,-1 0 15,1 0-15,0 0-16,-1 0 15,1 0 1,17 0 0,-17 0-1,-1 0 1,36 0-1,-17 0 1,17 18 0,-36-18-16,18 0 15,1 0 1,-1 0 0,-17 0-16,-1 0 31,19 0 0,17 0-15,-18 0-1,18 0 1,0 0 0,-18 0-1,18 0 1,0 0-1,-36 0 1,1 0-16,0 0 16,52 0-1,-35 0-15,18 0 16,106 0 0,-71 0-1,1 0 1,-19 0-1,-35 0 17,1 0-17,34 0 1,-17 0 0,-18 0-1,1 0-15,17 0 31,88 0-15,-53 0 0,0 0-1,36-18 1,-19 18 0,1 0-1,-18 0 1,-35 0-1,0 0 17,-35 0-32,0 0 15,17-18 1,-18 18-16,19 0 16,-1 0-16,53 0 31,-53 0-16,1 0 1,-1 0 0,-17 0-1,17 0 1,-17 0 31,-1 0-16,1 0-31,0 0 16,34 0-1,-16 0 1,-1-17 0,-17 17-1,-1 0 1,1 0-1,35 0 32,-36 0-31,1 0 0,17 0 30,-17 0-30,0 0 15,-1 0-15,1 0 15,17 0-15,-17 0 15,-1 0-15,1 0-16,0 0 15,52 0 1,-34-18 0,-19 18-1,1 0 1,0 0-1,-1 0 17,18 0-17,1 0 1,-19 0-16,19 0 16,-1 0-1,0 0-15,-17 0 31,-1-18-15,1 18-16,17 0 78,54 0-47,-72 0-15,54-17 0,-54 17-16,1 0 15,17 0 1,1 0-16,-19 0 16,19 0-1,-19 0 1,18 0-1,-17 0 1,35 0 0,-18 0-1,18 0 1,18 0 0,-36 0-1,-17 0 1,17 0 15,-17 0-15,-1 0-1,36 0 1,18 0 0,-1 0-1,-17 0 1,-18 0-1,-17 0 1,17 0 0,-17 0-1,35 0 1,-35 0-16,17 0 16,18 0-1,-36 0 1,1 0-16,70 0 31,-17 0 0,-1 0-15,1 0 0,-1 0-1,-17 0 1,18-18-1,-53 18-15,17 0 16,18 0 0,0 0-16,35 0 31,35 0-15,-52 0-1,-1 0 16,-34 0-31,-1 0 16,18 0-16,53-18 31,-89 18-31,19 0 16,52 0 0,-18 0-16,-17 0 15,-17 0-15,17 0 16,35-17-1,-35 17-15,0 0 16,70 0 0,-35 0-1,0 0 1,18 0 0,0-18-1,0 18 16,70-17 1,-123 17-32,0 0 15,18-18 1,-18 18 0,52-18-1,19 1 1,-18 17-1,-36-18 1,1 18 0,-36 0-1,18 0 1,0 0 0,35 0-1,-35 0 1,71-18 15,-89 18-31,0 0 16,36-17-1,-54 17-15,107 0 16,-18 0 0,-18 0-1,18 0 1,-36-18-1,-35 18-15,1 0 16,52 0 0,-35-18-1,17 18 1,-34 0-16,34 0 31,-17 0 0,-35 0-31,35 0 0,0 0 0,52 0 32,-16 0-17,-1 0 1,-35 0 0,0 0-1,0 0 1,52 0-1,-69 0 1,17 0 0,-36 0-16,1 0 15,17 0 1,-17 0 93,-18-35 32,0 18-125,0-89-1,0 53 16,0 18-31,0-89 32,0 53-17,0 19-15,0 34 16,0-17-16,-18-36 16,18 1-1,0 17 1,-17 35-1,-1-35 1,0 0 0,1 18-1,17 17 1,0 1 0,0-1 155,-18 18-155,-123-18 0,0 1-1,70 17-15,-70-18 16,-88 18 0,158 0-16,-35 0 15,-193 0 1,175 0-1,-176 18 1,36-18 0,-36 17-1,-53-17 1,53 0 0,-141 0-1,300 0-15,-18 0 16,-282 0-1,71 0 1,-159 0 0,105 0-1,301 0 1,-18 0-16,-177 0 16,18 0-1,-264 0 16,317 0 1,-123 0-17,70 0 1,0 0 0,53 0-1,159 0-15,0 0 16,-177 0-1,53 0-15,124 0 16,-441 36 0,88-36-1,194 17 1,-247 36 15,318-35-15,-71-18-1,-18 0 17,248 0-32,-54 0 15,-17 0 1,70 0 0,1 0-1,-1 0 1,-70 0-1,35 0 1,35 0 0,1 0 31,-19 0-32,19 17 1,-19-17-1,36 18 126,0 70-125,0-17-1,0 35 1,0-71-16,0 106 31,0-70 0,-17-36-31,17 18 16,0 0 0,0 17-1,0 1 1,0 35 0,0-53-1,0 17 1,0-35-1,0 1-15,0-19 16,0 1-16,0 0 16,17 17-1,-17 0 1,18-17 0,0-1-1</inkml:trace>
  <inkml:trace contextRef="#ctx0" brushRef="#br0" timeOffset="45627.13">15222 2699 0,'0'17'93,"18"54"-77,-18-18-16,0 17 16,18 36-1,-18-53-15,17 0 16,-17 35-1,18-35 17,-18-35-17,0-1 1</inkml:trace>
  <inkml:trace contextRef="#ctx0" brushRef="#br0" timeOffset="46338.03">14905 3246 0,'0'-18'47,"53"-17"31,-36 17-78,19-17 16,175-53 0,-158 70-1,0 0-15,18 1 16,-18-19-1,-53 19 1,35 17 0,-35-18 31,35 0-32,0 1 32,-17 17-31,-18-18-16</inkml:trace>
  <inkml:trace contextRef="#ctx0" brushRef="#br0" timeOffset="47132.5">15505 2769 0,'-18'36'141,"0"-1"-126,-70 18 1,0 70 0,35-87-1,-18 16 1,54-16-16,-18 17 15,-18-18 1,53 0-16,-36-17 16,19 17-1,-1 0 1,-17-17 0,35 17-1,-18-35 1,18 18-1,-18-89 157,18 54-172</inkml:trace>
  <inkml:trace contextRef="#ctx0" brushRef="#br0" timeOffset="48051.64">14887 3052 0,'53'0'141,"0"0"-126,-18 0-15,-17 0 16,35 0 0,-18 0-16,0 0 15,-17 0 1,0 0-16,52 17 16,1 1-1,88 35 16,-71-18 1,18-35-17,-36 18 1,-52-18-16</inkml:trace>
  <inkml:trace contextRef="#ctx0" brushRef="#br1" timeOffset="71449.24">2399 5891 0,'18'0'141,"-1"0"-110,18 0-15,18 0-1,0 0 1,35 0 0,-35 0-1,-17 0 1,193 0-1,-106 0 17,-70 0-32,53 0 15,71 0 1,-19 0 0,-17 0-1,36 0 1,-54 0-1,-17 0 1,0 0 0,0 0-1,-18 0 1,-70 0-16,35 0 16,-36 0-16,18 0 46,1 0-14,70 0-17,-54 0 1,-34 0 0,0 0-1,-71 0 79,-159 0-63,-317 0-15,282 0-1,124 0 17,87 0-17,19 0 110,87 0-31,177 0-63,-18 0-15,18 0 0,-158 0-1,-72 0 1,-70 0 78,-17 0-79,-71 0 1,17 18-1,54-18 1,52 0 0,-17 0-16,35 18 109</inkml:trace>
  <inkml:trace contextRef="#ctx0" brushRef="#br1" timeOffset="82308.46">11783 11747 0,'0'36'140,"17"264"-124,54-106-1,-18 35 1,17-53-16,-52-52 16,106 176-1,-89-212 1,-18-53 0,1 0-1,0 1 1,-1-36-1,-17 17 17</inkml:trace>
  <inkml:trace contextRef="#ctx0" brushRef="#br1" timeOffset="85766.58">15187 4886 0,'53'0'172,"35"0"-156,89 0 0,17-35-1,35 35 1,-106-18-1,-17 18 1,-35 0 0,-54 0-16,1 0 31,0 0-15,17 0 15,-53 0 63,-52 0-79,-124 18 1,-230-1-1,283-17-15,-70 18 16,-89 17 0,229-35-16,54 0 15,-19 0 1,72 0 93,87 18-77,177-18-17,-212 0 1,194 0-1,-229 0 1,-35 0 15,-89 0 94,54 0-109,-19 18 0,1-1-1,0-17 1,282 18 31,229-1-16,-388 1 0,-141 0 32,36-18-48,-19 17 1,19 1 15</inkml:trace>
  <inkml:trace contextRef="#ctx0" brushRef="#br1" timeOffset="87680.67">8290 8096 0,'18'0'125,"35"71"-109,17-18 0,19 35-1,-89-70-15,52 17 16,-16 0 15,-19-35-31,1 0 203,-18-123-187</inkml:trace>
  <inkml:trace contextRef="#ctx0" brushRef="#br1" timeOffset="88411.19">8625 8061 0,'-17'0'109,"-19"35"-93,-52 71 0,18-71-1,17 36 1,0-53 0,35 17-1,1-18 1,17 1-1,0 0 32,-18-18-15</inkml:trace>
  <inkml:trace contextRef="#ctx0" brushRef="#br1" timeOffset="101174.4">2611 5768 0,'17'0'62,"36"0"-46,-18 0-16,54 0 16,210 0-1,-210 0-15,193 0 16,0 0 0,-70 0-1,-18 0 1,17 0-1,-69 0 1,122-18 31,-105 18-31,-106 0-16,-18 0 15,18 0-15,0 0 16,-35 0-16,-1 0 15,54 18 1,-1-18 0,18 0-1,1 0 1,-19 18 0,18-1-1,18 1 1,0-18-1,-18 17 1,-52-17 0,-19 0 15,1 0-15,17 0 15,53 0-16,-17 0 1,-36 0 0,-247 0 124,-70 0-124,-141 0 0,123 0-1,0 0 1,-141 18-1,353-18-15,17 0 16,-158 0 0,176 18-16,-17-18 15,-18 0-15,17 0 16,-53 0 0,1 0-16,52 0 15,-158 0 1,88-18-1,88 18 1,35 0 15,177 0 188,670 0-188,-582 0-31,-70 0 0,405 0 32,0-18-17,-476-17-15,70 35 16,-70 0-1,-89 0-15,1 0 16</inkml:trace>
  <inkml:trace contextRef="#ctx0" brushRef="#br1" timeOffset="112095.27">14182 7038 0,'0'-18'15,"0"1"110,335-36-93,229 17-1,-264-16-16,53 34 1,-159 18 15,18-18-15,-1 1 0,-87 17-16,-71 0 15,141 0-15,-106 0 16,212-18-1,141-17 1,-353 35 0,282-18-1,-246 0 1,123 1 0,-141-1-1,-18 18-15,141 0 16,-17 0-1,-71 0 1,159 0 0,-177 0-1,1 0-15,17-18 0,17 18 16,-16-35 0,122 18-1,-158 17 1,70-18-1,-70 0-15,-18 18 16,89-17-16,105-1 16,-35-35-1,-53 18 1,-159 35 0,1 0-16,34-18 15,36 1 1,-35 17-1,-1 0 1,-35-18 0,-17 18-16,17 0 15,-17 0 1,0-18 0,17 18-16,35-17 15,230-1 1,-123 18-1,-89-18 1,-88-17 62,-18-35-62,1 17-16,-1 17 15,-17-34 1,17 17-16,-17-88 31,35 105-31,-36-87 16,19 0 0,17-36-1,0 0 1,53-141-1,-18 177 1,-17 70-16,-1 0 16,1-18-1,-18 54-15,-18 17 157,-88 0-142,36 0-15,-18 17 16,-89-17-1,1 36-15,-36-36 16,-17 0-16,105 0 16,-140 0-16,-36 17 15,-106-17 1,106 18 0,-123-18-1,159 17 1,-125-17-1,143 18 17,-478 17-1,301 1-15,247-36-16,-1 35 0,1-35 15,17 0 1,36 0-16,-18 18 15,-283-18 1,195 17 0,-71 1-1,71 0 1,-36 17 0,71-18-1,106 1 1,-177 17-1,107-17 1,34 0 0,36-1-1,-159 1 1,176 0-16,-52 17 16,-106 0-1,70 0 1,53-17-1,-17 0 1,34-1 0,1 1-1,18 0 1,17-18 0,35 17-1,18 71 173,-18 36-173,18-54-15,0 107 16,0-124 0,0 141-1,0-71 1,0 1-1,18-18 1,0-36 15,-1 89-15,1-18 0,-18-35-1,18-18 1,-18-53-16,17 1 15,-17-19 1</inkml:trace>
  <inkml:trace contextRef="#ctx0" brushRef="#br1" timeOffset="115179.35">23583 6050 0,'88'0'140,"142"0"-108,-195 0-1,71 0 141,299-18-141,-316 18-31,228-35 31,-229 18-31,-17 17 16,105-36 0,-52 19-1,-107-1 1,-17 36 78,0 17-79,0 88 1,0-17-1,0 0 1,0-18 0,0-35-1,0-18 1,0 71 0,0-70-16,0 16 15,18 125 1,-18-89-1,0-53 1,0-17 0,-141-18 77,-371-35-61,-17 35-1,406 0-15,17 0-1,71 17 1,-18 1-1,-18 17 1,18 1 0,-70 16-1,88-52-15,-18 36 16,0-36-16,35 0 16,0 0-1,1 0-15,17-53 125,0 35-109,0-52-16,0-71 15,0 105 1,0-52-16,0 35 16,-18-123-1,18 105-15,-17-52 16,-1 17 0,0 35-1,18 18 1,0 18-1,0 17 1,-17 18 47,52 0 93</inkml:trace>
  <inkml:trace contextRef="#ctx0" brushRef="#br1" timeOffset="116798.39">24324 6315 0,'35'0'109,"1"0"-93,228 0 0,-140 0-16,52 0 15,424 0 1,-212 0 15,-282 0 0,-36 0-15,-17 0 0,0 0-16,53 0 31,-18 0-16,-70 0 17,-54-36 93,-69-16-94,34-19-15,-17 18-1,70 35-15,1 18 16,17-17-1,35 70 95,88 17-95,1-17 1,-36 0 15,-70-53-31,-18 18 63,-36-1-48,19 1-15,-72 17 16,19 1 0,-18-1-1,52-35 1,19 0 0,-1 0-1,18-71 173,0-158-173,0 158 1,0 54-16,0-1 16,0 36 77,0-1-77,18-17 0,-18 18-1</inkml:trace>
  <inkml:trace contextRef="#ctx0" brushRef="#br1" timeOffset="117996.24">25629 9137 0,'0'0'0,"-17"0"31,34-35 94,1-54-109,88-122-1,0-36 1,-53 159-1,-1-36-15,72-158 16,-36 141 0,71-106-1,-36 35 1,1 36 0,-54-1-1,-17 54 1,0 35-1,0-36 1,-18 1 0,-17 35-1,35-53 1,-53 105-16,0 1 16,18-53-1,-18 53-15,17-18 16,-17-71-1,0 71 1,0 0 15,0 18-15,0 17 0,0 1-1,0 34 173,18 89-173,-1 0-15</inkml:trace>
  <inkml:trace contextRef="#ctx0" brushRef="#br1" timeOffset="119251.65">26635 8996 0,'0'0'0,"-18"0"32,-17 17-1,17-17-15,1 0 15,-1 0-16,0 0 1,18-52 78,18-125-79,88-123 1,-53 124 0,-18 35 15,53-194-15,-35 123-1,-35 18 1,-1 123-16,1 1 15,0-177 1,-1 176 0,1-17-16,-1 18 15,-17-19 1,18 36-16,0 1 16,-1 16-16,1-52 15,17 18 16,1-1-31,17 18 16,-18-70 31,-18 87-31,-17 19-16,0-1 15,18-35 1,-18 35-16,0-17 15,0-18 1,0 36 0,0-1-1</inkml:trace>
  <inkml:trace contextRef="#ctx0" brushRef="#br1" timeOffset="121313.45">26705 7073 0,'-35'0'31,"35"-35"-31,-18 35 16,1-71-1,-1 54-15,0-19 16,1-16-16,-18-19 15,-1-53 1,1 54-16,0-18 16,17 35-16,-17-88 15,-1-89 1,36 125 0,-17 16-1,17-16 1,0 34 15,0 36-31,0-1 31,53 19 1,0-1-17,-36 1-15,36 17 16,53 0-1,-53 0-15,0 0 0,-18 0 16,-17 0 125,17-124-110,0 89-15,54-53-1,-1 35 1,-18 35-1,-17 18 1,18 0 0,-36 18-1,18 17 1,0-17 0,-35-1-1,-18 1 1,17-1-1,1 19 1,-1-19-16,72 142 31,16-35-15,90 87 0,-72-52-1,-88-71 1,-17 18-1,-36 0 1,-105 88 0,70-141-1,35-18-15,1-35 16,17 35 0,0-17-16,0 0 15,0 35 1,0 17-16,35 36 15,35-35 1,-17 34 15,-35-34-15,-18-1 0,-35-34-1,-89 17 1,-70-18-1,71-35-15,-18 35 16,88-35-16,0 0 16,35 0-1,1 0 1,-1 0 187</inkml:trace>
  <inkml:trace contextRef="#ctx0" brushRef="#br1" timeOffset="125798.7">25382 5980 0,'18'-18'157,"17"-70"-126,18 17-15,-53 36-1,35-18 1,-17 18-1,-18-1 1,0 19 0,0-1-1,0 1 1,18-19 15,-1 1-15,-17 17-16,18-70 31,35 18 0,-18 34-15,-35 1 0,18 17-16,-1 1 15,-17-1 1,36-35-1,-19 18 1,1 17 0,0-17-1,-1 0-15,-17 17 16,18-52 0,0 52-1,-1-17 1,-17 17-1,0 0 17,18 1-1,0-19-15,-1 19-16,-17-1 15,0 0 1,-17 18 109,-1 0-110,-17 18 1,-1 0 15,19-1-31,-1 19 16,-17-36 0,-1 35-1,19 0 16,17-17 1,-18-18-17,1 18 1,17-1 0,-18-17-1,0 18 1,18-1-1,0-34 110,18-1-109,35-70 0,-18 35-1,-17 18-15,-1 17 16,1-17 0,0 17-16,-1 1 15,-17-1 1,18 0-1,0 1 17,-18-1-1,0 0-15,17 18 46,1 0-31,0 18 32,34 70-48,-34-35 1,17 0 15,-17 18-15,0-18 0,-1-36-16,1 18 31,-18-17-16,0 0 1,18-1 0,-1 19-1,-17-19 1,18-17 0,-36 0 155,-17 0-155,-53 0 0,0-17-1,-1-1 1,36 18 0,18 0-1,17 0 1,1 0-16,-1 0 15,1 0 1,-1 0 0,0 0 15</inkml:trace>
  <inkml:trace contextRef="#ctx0" brushRef="#br1" timeOffset="128481.02">25400 5944 0,'0'-17'265,"0"-19"-249,18-17 0,-1 18-1,-17 0 1,18 0-16,0 35 16,17-89-1,-35 37 1,17-1-1,1 17 1,17-17 15,-35 18-15,18-18 0,0 0-1,-1-35 1,1 70-16,0-34 15,-1-19 1,1 18-16,-18 18 0,0-18 16,35 0-1,-17 18 1,-18-18 0,17 35 15,-17 0-16,18 18 1,-18-17 0,18-1-1,-18 1 17,17-1-17,-17 0-15,18 18 16,-36 0 171,-17 18-155,-18 35-17,18 0 1,0 0-1,-1-36-15,36 19 16,0-1 15,0 0 1,0-17 14,0-36 17,53 1-32,-18-36-15,-17 35-1,17 0 1,-35 1-16,18 17 47,0-18-16,17 36 16,0 35-31,-17-18-1,35 18 1,0 35 0,-18-53-1,-35-17 1,0 0-1,-35-18 95,17 0-79,0 0 0,1 0 94,-1 0-93,18 17 46</inkml:trace>
  <inkml:trace contextRef="#ctx0" brushRef="#br1" timeOffset="128979.72">25647 5962 0,'0'-53'63,"0"0"-32,0 35-15,0-17-1,0 18 1,0-1-1</inkml:trace>
  <inkml:trace contextRef="#ctx0" brushRef="#br1" timeOffset="129497.45">25823 5203 0,'36'-17'94,"-36"-1"-78,35-35-1,18 36 1,-36-1-1,19 0 1,-36 1 0,53-19-1</inkml:trace>
  <inkml:trace contextRef="#ctx0" brushRef="#br1" timeOffset="129966.59">26264 4868 0,'0'0'0,"0"-17"0,18 17 62,0-18-46,105-17 15,-88 17-15,89-35 0,-36 36-1,-53-1 1,-17 18-1</inkml:trace>
  <inkml:trace contextRef="#ctx0" brushRef="#br1" timeOffset="130348">27023 4692 0,'17'0'63,"1"0"-48,17 0 1,195-35-1,-107 17 1,-105 18-16</inkml:trace>
  <inkml:trace contextRef="#ctx0" brushRef="#br1" timeOffset="130663.47">27693 4621 0,'53'0'31,"-18"0"1,1 0-17,-19 0-15,1 18 16,17-18 0,-17 18-16,17-18 15</inkml:trace>
  <inkml:trace contextRef="#ctx0" brushRef="#br1" timeOffset="131012.87">28275 4710 0,'18'0'63,"-1"0"-32,-17 17-15,36 1 31,17 17-16,-36-35-31</inkml:trace>
  <inkml:trace contextRef="#ctx0" brushRef="#br1" timeOffset="131381.28">28769 5062 0,'0'18'15,"0"0"1,18-1 0,-1 1 15,-17 17-16,18-35 1,0 18 0,17-1-1,0 19-15</inkml:trace>
  <inkml:trace contextRef="#ctx0" brushRef="#br1" timeOffset="131680.26">29175 5521 0,'17'18'31,"1"-18"-31,-18 17 16,18-17 15,-18 18 0</inkml:trace>
  <inkml:trace contextRef="#ctx0" brushRef="#br1" timeOffset="131948.18">29228 5574 0,'17'0'15,"1"0"1,-18 18-16,18-18 16,-18 17-1,17-17-15,71 0 32,18 18-17,0-1 1,-53-17-1</inkml:trace>
  <inkml:trace contextRef="#ctx0" brushRef="#br1" timeOffset="132248.23">29704 5662 0,'18'0'94,"17"0"-94,159 0 15,-53 0 1,-18-18-1,54 1 1,-142-1 0,36 18-1,-36 0-15</inkml:trace>
  <inkml:trace contextRef="#ctx0" brushRef="#br1" timeOffset="132681.66">31344 5556 0,'53'0'16,"-18"0"0,18 0-1,-17-17 1</inkml:trace>
  <inkml:trace contextRef="#ctx0" brushRef="#br1" timeOffset="132935.31">31609 5503 0,'0'0'0,"35"0"15,71-17 1,17 17 0,-34-18-16,-54 18 15,35-18 1</inkml:trace>
  <inkml:trace contextRef="#ctx0" brushRef="#br1" timeOffset="134238.17">31697 4992 0,'35'0'187,"-17"0"-171,35 35 0,53 0-1,-71-17-15,18 0 16,0-18-16,17 17 16,-34 1-16,17-18 15,17 18 1,-52-18-16,-18 17 15,17-17 1,-17 53 172,-35 18-173,0 17 1,-36 35-1,-35 1 1,1-36 0,52-35 15,35 17-15,0-52 15,18 0-16</inkml:trace>
  <inkml:trace contextRef="#ctx0" brushRef="#br1" timeOffset="138042.85">4868 9878 0,'36'35'140,"34"36"-124,1-18-16,-18-1 16,0-34-16,-18 17 15,71 36 1,-71-53-16,0-1 31</inkml:trace>
  <inkml:trace contextRef="#ctx0" brushRef="#br1" timeOffset="140195.57">10089 10918 0,'53'53'156,"-17"-17"-140,-36-19 0,17 19-1,19-19 1,-19 1-1,1-1 1,-18 19 0,17-36-16,-17 17 15,18 1-15,0-18 16,17 53 0,0 0-1,-17-35 1,0-18-1,-36 0 220</inkml:trace>
  <inkml:trace contextRef="#ctx0" brushRef="#br1" timeOffset="141613.35">10336 10901 0,'-17'17'234,"-1"19"-218,0-19-16,-34 36 31,34-17 1,0-1-17,1-18 1,-1-17-16,0 36 15,18-19 17,-17-17-17,-1 18-15,18 0 32,0-1 186,-18-17-202,1 0 203</inkml:trace>
  <inkml:trace contextRef="#ctx0" brushRef="#br1" timeOffset="157199.75">8872 12365 0,'0'53'156,"18"-36"-141,17 19 1,-17 17 0,17-18-16,-35-17 15,18-1 1,-1 1 0,-17-1-16,18 1 31,17 0-16,-17-1 17,0 1-1,-1-18-15</inkml:trace>
  <inkml:trace contextRef="#ctx0" brushRef="#br1" timeOffset="158602.28">9155 12418 0,'-18'0'141,"0"35"-125,-105 53-1,17-17 1,53-36-16,-53 53 31,71-70-15,17 0 15,1-1-15,17 1 15</inkml:trace>
  <inkml:trace contextRef="#ctx0" brushRef="#br1" timeOffset="164206.32">1782 10301 0,'35'0'188,"88"0"-173,71 0 1,-106 0-1,1 0-15,211 0 16,-230 0 0,36 0-16,53 0 15,229 0 1,-159 18 0,-158-18-1,17 0-15,0 0 16,229 17-1,1-17 1,-230 0 0,89 0-16,122 0 15,-87 0 17,-124 0-32,36 0 15,176 0 1,-230 0-16,36 0 15,282 0 1,-176 0 0,-106 0-1,-36 18-15,54-18 16,123 0 0,-89 0-1,107 18 1,-1-18-1,-140 0 1,-36 0-16,300 0 31,-141 0-15,-35 0 0,52 0-1,-140 0 1,264 0-1,-194 0 1,0 0 0,0 0-1,-18 0 1,-87 0-16,34-18 16,-52 18-16,17-18 15,88 1 1,-52-19-16,87 19 15,107-1 1,-142 18 0,-17 0 15,-71 0-31,212-17 31,-53 17-15,0 0-1,-35 0 1,-36-18 0,18 0-1,-106 18-15,36 0 16,52 0 0,-52-17-16,-1 17 15,177 0 1,-36-36-1,-122 19 1,16-1 15,266-35 1,-354 53-32,18 0 15,1-17 1,-72 17-16,1 0 15,-18-18 1,-18 18 172,-52 0-173,-19 18-15,-34 17 16,-477 53-1,212-53 1,53 18 0,-71-35-1,124 17 1,18-17 0,17-1-1,-53 1 1,53 0-1,18-1 1,105-17-16,-52 0 16,70 36-16,-212-19 15,107-17 17,122 18-32,-34-18 0,17 17 15,-158 1 1,52 0-1,0 17 1,-88-35 0,106 0-1,89 0-15,-72 0 16,-35 0 0,1 0-1,52 18-15,71-18 16,17 0-16,-17 0 15,-141 17 1,194-17 0,-36 0-16,-229 0 31,159 0-15,-159 0-1,18 0 1,70 0-1,-88-35 1,177 35-16,70 0 16,-70-18-16,-177 18 15,35 0 1,142 0 0,-177-17-1,53-1 1,70 0-1,19 1 1,-1-1 0,35 18-1,-34-17 17,17-1-17,-1 18 1,90-18-16,-54 18 15,-18 0 1,18 0-16,36 0 16,-142-17-1,89-1 1,52 18 0,-35-18-1,36 18 1,-18 0-1,17-17 1,0 17 0,-17 0-1,71 0 1,-19 0 0,1 0-1,0 0 1,17 0-16,1 0 15,-36 0 1,0-18 0,-18 18-1,1 0 1,-36 0 0,70 0-16,1 0 15,0-18 1,17 18-16,-35 0 15,-52 0 1,52-17 0,-141 17-1,70-18 17,106 18-17,1 0 32,-1 0 0,1 0-16,122-17 110,195-19-126,53 36 1,141-35 0,-282 35-16,-1-18 15,354 1 1,-424 17 0,159 0-1,-177 0-15,142-18 16,35 18-1,-1 0 1,-34 0 0,141 0-1,-159 0 17,70 0-17,-88 0 1,-52 0-16,-107 0 15,36 0-15,194 0 16,-176 0 0,317 0-1,-142 0 1,-87 0 0,-53 0-1,70 0 1,-35 0-1,-17 0 1,-19 0 0,1 18-1,35-18 17,18 17-17,-124-17-15,88 0 16,265 0-1,-229 18 1,0-18-16,87 0 16,1 0-1,-247 0-15,335 0 32,-229 0-17,106 0 1,-71 0-1,158 35 1,-105-35 0,-141 0-1,-18 0-15,195 0 32,-266 0-32,230 0 15,-35 0 1,35 0-1,-124 0 1,18 0 0,18 0-1,53 0 1,-18 0 0,-106 0-16,-17 0 15,87 0 1,-105 0-16,0 0 15,18-17 1,-54 17 0,19-18 15,-19 18-15,1-18-1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54:54.781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18874 4727 0,'70'0'188,"1"-17"-172,-1 17-16,-17 0 0,88 0 31,18 0-16,-88 0-15,-36 0 16,88 0 0,-70 0-1,18 0 1,-36 0-16,71-18 31,-36 18-15,-52 0-1,17 0-15,-17 0 16,0 0-16,35 0 16,17 0-1,36 0 17,-53 0-32,35 0 15,88 0 1,-87 0-1,-36 0 1,17 0 0,18 0-1,-17 0 1,-1 0 0,1 0-16,-36 0 15,36 18 1,52-1-1,-87-17 1,17 18 0,-18-18-1,0 0-15,0 0 32,1 0-17,-1 0 1,35 0-1,19 0 1,-19 0 0,18 0-1,-35 0-15,-17 0 16,17 0 0,-1 0-16,-34 0 15,106 0 1,-54 0-1,1 0 1,-1 0 15,-52 0 16,-142 0 453,89 0-484,-53 0-1,17 0 1,-17 0 0,35 0-1,0 0 1,-17 0 0,-36 17-1,53 1-15,35-18 16,-87 0-1,16 0 1,36 0 0,36 0-16,-124 0 31,52 0-31,19 0 31,17 0-15,-18 0-1,19 0 1,-90 0 0,125 0-16,-36 0 15,-18 0 1,36 0-16,-18 0 16,18 0-16,0 0 15,-142 0 1,36 18-1,53-18 1,-89 17 15,107-17 1,17 0-17,-18 0 1,36 0-16,-18 0 15,36 0-15,-19 0 16,-17 0 0,18 0-16,0 0 15,-18 0 1,18 0-16,-36 18 16,36-18-1,-53 0 1,17 0-1,1 0 1,-1 0 0,53 0-1,-17 0 1,17 0 0,1 0-1,-1 0 1,1 0-1,-1 0 1,0 0 0,1 0-1,-1 0 1,-17 0 0,-36 0-1,36 0 1,17 0-1,89 0 220,35-18-220,-1 18 1,19 0 0,17 0-1,-88 0 17,0 0-17,35-17 1,-35 17-1,0-18 1,0 18 0,0 0-1,-36 0-15,36 0 16,18 0 0,-1 0-1,-34 0-15,52-18 16,71 18-1,-54 0 1,19 0 0,17 0-1,-18 0 17,-52 0-32,17 0 15,18 0 1,-18 0-1,-52 0-15,16-17 16,1 17-16,-17 0 16,17 0-16,-18 0 15,53 0 1,-53 0-16,54 0 16,-37 0-1,1 0 1,0 0-1,-35 0 1,17 0 0,-17 0-1,35 0 17,-53-18-32,17 18 15,19 0-15,-19 0 16,36 0-1,-35 0-15,-1-17 16,54 17 0,-36 0-1,1-18 1,-1 18 0,0 0-1,-17 0-15,-1 0 16,1 0-1,-36 0 829,-17 0-828,-35 0-1,-1 0-15,0 0 16,-87 0 0,105 0-1,-53 0 1,18 0 0,0 0-1,-1 0 1,-16 0-1,69 0 1,-17 0-16,-35 0 31,35 0-31,0 0 0,-70 0 32,70 0-32,0 0 15,-18 0 1,1 0-1,35 0 1,-18 0 0,0 0-1,-53 0 1,18 0 0,-18 0-1,-18 18 1,107-18-16,-89 0 31,18 0-15,70 0-1,-35 17-15,-53-17 32,71 0-17,0 0 1,17 0-1,1 0 1,-1 0 0,-35 0-1,-35 0 1,17 0 0,18 0-16,-35 0 15,35 0 1,36 0-16,-36 0 15,17 0 1,19 0 15,-18 0 1,-1 0-17,1 0 1,17 0-16,-17 0 31,17 0-15</inkml:trace>
  <inkml:trace contextRef="#ctx0" brushRef="#br0" timeOffset="3261.62">19032 3563 0,'0'-18'109,"0"-17"-93,53 17-1,-35-17 1,17 0 0,-17 0-1,-18 17 1,0-17 0,17 35-16,-17-18 15,18-17 1,-18 17-16,0 1 15,0-1 1,0 0 0,-18 1-1,1 17 1,-18 0 0,17 0-1,0 0 1,-17 0-1,17 17 1,18 1 0,-53 35-1,36-36 1,-1 19 15,18-19-15,-17 1-1,17 17 1,0 1 0,0 16-16,0-16 15,17-19-15,-17 19 16,35-1-16,1 18 16,-1-35-1,-17-1-15,70-17 31,-35 0-15,-18 0 0,-17 0-16,-1-17 0,1-1 31,-18 0 94</inkml:trace>
  <inkml:trace contextRef="#ctx0" brushRef="#br0" timeOffset="3919.29">19420 3228 0,'0'18'62,"71"34"-46,0-16-1,52 52 17,-88-70-32,18 17 15,-35-35-15,17 17 16,0 1-16,-17-18 31</inkml:trace>
  <inkml:trace contextRef="#ctx0" brushRef="#br0" timeOffset="4470.43">19791 3175 0,'-18'35'94,"-17"36"-79,0-36-15,35 18 0,-18 0 16,-35 17 0,18-17-1,35-35-15,0 0 16,0-1 0,53-17 171</inkml:trace>
  <inkml:trace contextRef="#ctx0" brushRef="#br0" timeOffset="5647.95">20091 3193 0,'35'123'79,"18"53"-64,-35-70-15,-1-17 16,18 16-1,-17-34 1,0-36 0,17 53-16,-35-70 15,0-106 95,-35 17-95,-18-35 1,18-105 0,-1 140-16,36 1 15,-17-1 1,-1-35-1,18 71 1,0 17 0,0 1-1,0-1 17,35 0-17,1 18 1,34 0-1,-17 0 1,18 0 0,-54 0 31,1 18-32,17 35 1,-17 70-1,-1-70 1,-17-17 0,-35-1 15,-18-17 0,18-18-31,0 0 16,17 0-16,0 0 31,1 0-15,70-18 124,-18 0-124</inkml:trace>
  <inkml:trace contextRef="#ctx0" brushRef="#br0" timeOffset="6764.67">20602 2981 0,'0'18'16,"0"17"-1,0 0 1,0-17 0,0 17-1,0-17-15,18 88 16,-1-54-1,1 1 1,0-53 0,-18-53 62,53-105-47,-18 105 0,18 35 1,-18 18-17,36 0 1,17 35-1,18-17 1,-53-18 0,-36 0-1,19-18 17,-36-17-17,17 35-15,-17-53 31,0 36-15,-35-19 0,17 36-1,1 0 1,-19 18 46,19 17-46,-1 1 0,0 16-1,1 37 1,17-19 0,0-35-1,0-17 1,17-18 31,19 0-16,-1 0 0,-17 0 32,-1-18-48</inkml:trace>
  <inkml:trace contextRef="#ctx0" brushRef="#br0" timeOffset="8482.57">21572 2963 0,'-35'0'47,"0"0"-32,0 0-15,-1 0 31,36 89 32,88 16-32,-52-69-15,70 17-1,-36-18 1,-70-18 0,0 1 15,0 0-15,-35-18 15,-18 0-16,18 0 1,17-18 15,0 18 1,18-18-17,0-17 1,0 18-16,0-1 15,18 0-15,0-17 16,87-36 0,-16-17-1,-36 53-15,-1 0 16,1-18 0,-88 70 109,17 1-110,-17-18-15,0 35 31,35-17-15,-18-18-16,18 35 31,0-17-15,0 17 0,36 18-1,16-18-15,-16-35 16,105 53-1,-18-17 1,-70-19 0,-35-17-1,-53 18 48,17-1-48,-35-17 1,0 0 0,0 0-1,36 0 1,17-17 0,0-1-1,0 1 1,0-19-1,0 1 1,17-18-16,19 18 31,16-18-31,-34 18 32,17 35-32,18-36 15,-35 19 1,0 17-1,-1 0 1,1 0 0,17 35-1,-35-17-15,0-1 16,18 36 0,-1-35-16,1 17 15,-18 0-15,18 18 31,-18-35-15,-18-53 109,-17-1-109</inkml:trace>
  <inkml:trace contextRef="#ctx0" brushRef="#br0" timeOffset="8839.56">22225 2857 0,'18'0'187</inkml:trace>
  <inkml:trace contextRef="#ctx0" brushRef="#br0" timeOffset="10065.03">22684 2910 0,'-18'0'46,"0"18"-30,18 35 0,-17 0 15,17 0-31,0-18 31,0 0-15,17 1-1,19-19 1,17-17 0,-18 0 15,-35-17-15,17-1-1,-17 0 1,0-35-1,0 18 1,-17-35 0,-18-19 31,35 72-16,70-1 16,18 53-32,-17 1 1,52 105 0,-87-71-1,-36-52 1,0 0-1,0-71 64,17-35-48,18-1-16,1 72-15,-19-19 16,1 19 0,0-1-16,35 71 62,52 53-46,-69-53 15,-54-53 172</inkml:trace>
  <inkml:trace contextRef="#ctx0" brushRef="#br0" timeOffset="10938.26">19262 1887 0,'0'0'32,"0"53"30,0-35-46,0 35-16,0-36 15,0 107 1,17-54-16,36 125 16,-35-72-1,-1-17 1,1-89 0,0-17 124,-1-52-124</inkml:trace>
  <inkml:trace contextRef="#ctx0" brushRef="#br0" timeOffset="11731.66">19579 2364 0,'0'70'94,"0"18"-79,0-52-15,0-1 32,18-17-1,105-1-16,-52-17 1,-36 0 0,-17 0-1,-1 0 17,-17-17-32,0-36 31,0 0-16,-17 17 1,-1 19 0,18-1-16,-18 1 15,1 17 1,-18 0 0,35-18-1,-18 18 16,0 0-15,1 18 0,-1-1-1,0 1 1,18-1 0,-17-17-1,17 18 1</inkml:trace>
  <inkml:trace contextRef="#ctx0" brushRef="#br0" timeOffset="12765.55">20055 2275 0,'-35'0'78,"0"36"-62,35-19-1,-18 1 1,18 17-16,0 1 16,71 16 15,-1 1-31,-17-17 31,-17-19-15,-36 1-1,0 17 17,0 0-17,0 18 1,-18-17 0,0-19-16,18 1 15,-35 0 1,35-71 62,0-106-47,18 124-31,17-18 16,18-18-1,17 36 1,-52 17 0,0 18-1,35 36 79,-1 69-63,-34-87 1,-36-18 61,18-18-93</inkml:trace>
  <inkml:trace contextRef="#ctx0" brushRef="#br0" timeOffset="13027.2">20355 2222 0,'18'0'141</inkml:trace>
  <inkml:trace contextRef="#ctx0" brushRef="#br0" timeOffset="13581.6">20743 2240 0,'-17'0'31,"-1"0"-15,-17 35 0,17-17-16,18 0 15,0 35 1,-18-36-1,18 54 1,0-18 15,0-36 1,18 1-17,17 0 1,54-18-1,16 0 1,-52 0 0,-35 0-1,0 0 48,-1-18-63</inkml:trace>
  <inkml:trace contextRef="#ctx0" brushRef="#br0" timeOffset="15031.23">21167 2240 0,'-18'0'47,"0"0"-16,1 0-15,-1 18-16,18-1 31,-18 19-31,1 17 31,17-36-15,0 1 0,0 0-1,0-1 1,0 1 0,35-18 15,18 0-16,-18 0-15,-17 0 16,17 0 0,-35-35 15,0-1 0,0-17-15,0 36 15,18 17 63,-18 17-79,53 36 1,-36-35 0,19 35-16,-1-36 15,-17-17 32,-1-17-31,1-36-1,0 0 1,-1 18-16,1-18 16,-18-18-1,0 18-15,0 36 16,0-107 0,0 71-1,-35 0 1,35 36-1,-18 17 48,-17 0-32,-1 0 0,36 53 16,0 52-31,0-34 0,0 17-1,53 36 1,0-18-1,-18-71 1,-35 0 0,18-17-1</inkml:trace>
  <inkml:trace contextRef="#ctx0" brushRef="#br0" timeOffset="17810.11">917 5786 0,'0'0'0,"-88"0"16,53 0-16,-1 17 15,-16-17-15,16 0 16,72 0 109,-1 0-109,18 0-16,-18 0 15,88 0-15,-70 0 16,141 0 0,-158 0-16,34 0 15,124 18 1,-70-18-1,-18 0 1,17 0 0,-88 0-1,-17 0 1,-18-18 125,-71-52-95,-123-36-14,159 71-32,-18-1 31,194 177 188,-17-52-188,-89-72-31,-17 1 16,-1-1 15,-17 1 63,-123 53-79,88-18-15,-18-36 16,0 36-1,17-18-15,-34 18 16,52-35 0,18 0-1,0-36 63,0-35-62,0 18-16,0-1 16,0-16-16,0-1 15,0-36 1,0 19-16,0 52 16,0-35-1</inkml:trace>
  <inkml:trace contextRef="#ctx0" brushRef="#br1" timeOffset="39369.62">17339 5098 0,'0'-18'78,"-53"36"16,-53 17-78,53-35-1,-70 53 1,35-36 0,52 19-1,1-19 1,17 19-1,1-19 1,17 19 0,-18-36-1,1 17-15,-1 1 16,18-1 0,0 1-1,0 0 1,0-1-16,0 1 15,0 35 1,0-18 0,0 1-1,18 34 1,34 18 0,1-17-1,-17-36 1,17 18-1,-53-35 1,0-1 0,17-17-16</inkml:trace>
  <inkml:trace contextRef="#ctx0" brushRef="#br1" timeOffset="40798.86">20338 4992 0,'35'17'140,"18"19"-124,-18-19 0,-17 19-1,17-19 1,-17 1 0,-18 0-1,17-18-15,-17 17 0,18 18 16,-18-17-1,0 0-15,0 17 16,0 18 0,0-18-1,0 36 1,0-18 0,0-18 15,-18 0-16,1 18 1,-19-18 0,1 1-1,0-19-15,0 1 16,-1 17 0</inkml:trace>
  <inkml:trace contextRef="#ctx0" brushRef="#br1" timeOffset="42265.29">20902 5768 0,'35'-35'125,"18"-36"-110,18 18 1,-1-70-1,-52 87 1,17-17 0,-17 1-1,0 34 1,-18-17 0,35-1 15,-35 19-31,17-19 15,1 19 1,-18-1-16,0 1 141,35 87 31,-17-35-157,0 1-15,-1-19 0,1 36 16,17 0-1,-17 35 1,0-52 0,34 17-1,-52-36 1,18 18 15,0-17-15,-1 0-1,-17 17 1,18-17 0,0 17-1,-18-17 1,17-1 0</inkml:trace>
  <inkml:trace contextRef="#ctx0" brushRef="#br1" timeOffset="43686.45">22666 4921 0,'0'18'140,"-18"17"-108,1-17-17,-1-1 1,0 1-16,-52 35 31,35 0 0,17-35 1,18 17-17,-18-35-15,18 17 16,0 1-16,-17-18 16,17 53-1,0-35-15,0 17 16,0 53-1,35-35 1,-17 0-16,87 88 16,-52-53-1,18-35 1,-18-18 0,0-17 15,-18 0-16,-17-18 1,-1 0 0</inkml:trace>
  <inkml:trace contextRef="#ctx0" brushRef="#br1" timeOffset="45043.91">25329 4621 0,'18'0'94,"53"0"-63,-1 36-15,36 17-1,-53-36 1,-18 18 0,-17 1-1,-1-1 1,-17 18-16,0-18 16,36 53-1,-36-70 1,17 70-1,-17-17 1,18 17 0,-18-53-1,0 18 1,0-18 0,0 18 15,0-35-16,0 0 1,0-1 0,-18-17-1,1 18 48,-1 17-48,-35 53 1,36-52 0,17-1 15</inkml:trace>
  <inkml:trace contextRef="#ctx0" brushRef="#br1" timeOffset="46263.46">26141 5680 0,'0'-88'156,"53"-18"-140,-36 35 0,54-141-1,-36 124 1,0 18-1,-35-1 1,18 36 0,0-18-1,-1 18 1,1 17 0,-18 0-1,18 18 141,17 89-140,-17-19 0,-1 1-1,19 17 1,16 18 0,-34-53-1,0-18 1,-1-17-16,-17 17 15,18 35 1,0-34 0,-1-19-1,-17 1 1,0 0 93,18-1-77</inkml:trace>
  <inkml:trace contextRef="#ctx0" brushRef="#br1" timeOffset="47400.21">27305 4533 0,'0'35'125,"0"18"-110,0-35-15,-18 17 16,1 1-1,-1-1 1,0 18 0,18-18-1,-17 18 1,-1-18 0,18-17-16,-17 35 31,17-36-31,0 1 15,0 70 1,0-52 0,0 16-1,0 1 1,17 18 0,1-53-16,-1 17 15,1 0-15,0-17 16,-1-1-16,19 19 15,-36-19-15,17-17 16,19 36 0,-19-36-1,1 0-15,-1 17 16,1-17 93</inkml:trace>
  <inkml:trace contextRef="#ctx0" brushRef="#br1" timeOffset="49030.4">29739 4251 0,'71'35'110,"-36"1"-95,0-1 1,1 18 0,-19-53-16,1 35 15,-1-17 1,1 17-16,0 0 16,-1 0-1,-17 1-15,18-19 16,0 1-16,-18 17 15,35 36 17,-35-18-1,0-36-31,18 36 16,-18-35-1,0 35 1,-18 17 15,-17-34-15,35-19-16,-18-17 15,-17 18 1,35 0 140,-18-18-46</inkml:trace>
  <inkml:trace contextRef="#ctx0" brushRef="#br1" timeOffset="54647.57">26564 4357 0,'0'-18'62,"18"-105"-31,17 70-31,36-212 32,52-123-1,-105 318-31,17-72 31,0 1 0,1 88-15,-19 1 0,1 34-1,-53 36 110,-1 17-125</inkml:trace>
  <inkml:trace contextRef="#ctx0" brushRef="#br1" timeOffset="55807.05">26335 3863 0,'17'0'63,"1"18"-48,0 34 1,17 72 0,0-71-16,-17-18 15,35 53 1,-35-17-1,-1-36 1,-17-17 0,18-53 109,-1 17-110,-17 0-15,18 1 16,17-1 0,1 18-16,-1-18 15,88-52 1,-105 70-1,0 0 95,-18-18-79</inkml:trace>
  <inkml:trace contextRef="#ctx0" brushRef="#br1" timeOffset="56646.57">27376 2222 0,'0'0'0,"-18"0"15,0 0-15,1 0 16,-19 0-1,19 0 1,-19 36 0,36 17-1,-17-18 1,-1-17 0,1 35 15,17-36-31,0 36 15,0 0 1,0-18 0,0 1 15,35-36-15,0 0-16,0 0 15,18 0 1,-35 0-1,0 0 1,-18-18 0,17 0-1,-17 1 1</inkml:trace>
  <inkml:trace contextRef="#ctx0" brushRef="#br1" timeOffset="58066.92">27499 2258 0,'-18'0'16,"1"53"30,17-18-30,0-17 0,0-1-1,0 19 1,0-1 0,17-35 15,1 0-16,-18-18 95,0 1-79,0-36-15,18 0-1,-1 17 1,-17 19-16,18-1 31,-18 0-15,18 18-16,-1 0 31,1 18 0,-1 53-15,-17-18 0,18-18 15,-18-17-16,35-36 64,-35 0-64,71-35 1,35 0-1,-89 53 1,-17 36 47,0-19-32,0 1-16,18-18 1,17 0 15,-35-18-15,36-17 0,-19 0-1,1 52 63,0 19-62,-1 17 0,-17-18 15,0-17-31,0 17 15,0-18 1</inkml:trace>
  <inkml:trace contextRef="#ctx0" brushRef="#br1" timeOffset="58648.35">28169 2205 0,'18'53'15,"-18"-36"1,53 107 0,-18 35-1,0-18 1,1-53 15,-36 0-31,0-53 31,0 1-15,0-1 0,0 0-1,-18-17 1,-17-18 0,-18 0 15,-88-124-16,53 36 1,-18-18 0,53 18-1,35 0 1</inkml:trace>
  <inkml:trace contextRef="#ctx0" brushRef="#br1" timeOffset="59089.37">28081 1834 0,'0'0'31</inkml:trace>
  <inkml:trace contextRef="#ctx0" brushRef="#br1" timeOffset="59996.52">28310 1993 0,'0'0'31,"0"53"-31,0 71 16,0-89-1,0 0 1,18-35 15,-18 18-15,53-18 15,70 0-15,-52 0-1,-53-53 1,-1 53-16,-17-18 16,0-17-1,0 17-15,0 1 16,0-19-1,0 19 1,0 87 125,0 1-126,0-36 1,36-53 78,34-17-63,-52 35-31,17-17 31</inkml:trace>
  <inkml:trace contextRef="#ctx0" brushRef="#br1" timeOffset="60613.39">28857 2028 0,'0'89'63,"0"-1"-48,0-35 1,0-36 0,53-52 93,-18-18-78,-17 36-31,-18-1 31,35 18 32,-17 18-47,-18-1 15,88 18-16,-35-35 1,-35 0 0</inkml:trace>
  <inkml:trace contextRef="#ctx0" brushRef="#br1" timeOffset="61079.79">29228 2064 0,'0'17'78,"0"36"-47,0-35-31,0 17 32,0 18-1,0-35-16,35-18 32,0 0-31,-17 0 0,-1-18-1,-17 0 1</inkml:trace>
  <inkml:trace contextRef="#ctx0" brushRef="#br1" timeOffset="61526.13">29492 1623 0,'0'0'15,"0"70"-15,0-17 16,0-35-16,0 0 15,0 17 1,0 106 0,0-88-1,0 0-15,0 35 16,0-35 15</inkml:trace>
  <inkml:trace contextRef="#ctx0" brushRef="#br1" timeOffset="62096.25">29475 2011 0,'17'0'31,"-34"0"-31,52-18 47,0 18-31,-17 0 15,-1 0-16,36 0 17,-35 18-17,0-18 1,-1 53 31,-17-36-32,0 1-15,0 0 16</inkml:trace>
  <inkml:trace contextRef="#ctx0" brushRef="#br1" timeOffset="62402.67">29704 1870 0,'0'-18'31,"0"0"32</inkml:trace>
  <inkml:trace contextRef="#ctx0" brushRef="#br1" timeOffset="63731.79">29704 1940 0,'0'36'47,"0"-1"-32,0-18-15,0 1 16,0 17 0,0-17-1,0 17 1,70-17 62,107-18-47,-177-35 1,0-18-1,0 35-16,0-17 1,0 17-16,0 1 0,0-1 16,0-17 15,17-18-15,-17 35-1,0-17 1,18 35-1,0-18 1,-1 36 47,1 123-32,-18-106-16,18 0 1,-18-17-16,17-18 31,36-18 47,53-140-46,-53 105-32,0 0 31,-53 35 0,18 18 0,17 36-15,18 69 0,0-34-1,-36 17 1,1-35 0,-18-18-16,0-17 31</inkml:trace>
  <inkml:trace contextRef="#ctx0" brushRef="#br1" timeOffset="70533.42">13705 5627 0,'0'-18'16,"18"1"0,-18-1 15,18 0-15,-18 1 15,0-1-16,0 0 1,-36 1 0,1 17 15,17 0 0,-17 0-15,18 35-1,-19-17 1,19 17 0,-19 35-1,36-52-15,0 17 16,-17 36 0,17-36-1,0 0-15,-18-17 16,18 17-16,0 18 15,0-17 1,18-1 0,-1 0-1,19-17 1,-1-18 0,18 17-1,0-17 1,-36 0-16,19 0 15,34 0 1,-17-17-16,0-1 16,35 0-1,-70 1 1,0 17-16,-1-35 16,-17 17 62,18 0-31</inkml:trace>
  <inkml:trace contextRef="#ctx0" brushRef="#br1" timeOffset="71544.82">14376 5468 0,'0'35'78,"0"71"-62,0 71 0,0-72-1,0 54 1,0-53 0,0-159 62,17 0-63,-17-35 1,0-18 0,0 0-1,18 53 1,-18 0-1,0 1 1,0 16 0,18 36-1,-18-17-15,17 17 32,1-18-1,0 18-16,34 0 1,54 71 0,18 34-1,-18-16 1,-54-19 0,19 1-1,-53-54 1,-1-17-1,-17 18 1,18-18 140,-18-71-124,0 36-32,0-18 15</inkml:trace>
  <inkml:trace contextRef="#ctx0" brushRef="#br1" timeOffset="72212.14">15099 5239 0,'0'70'125,"18"89"-109,-18-35 0,17-54 15,1 1-16,-18-18 1,0-18 0,0-18-1,17-17 1,1-35 171,0-18-187</inkml:trace>
  <inkml:trace contextRef="#ctx0" brushRef="#br1" timeOffset="72796.61">15540 5151 0,'0'17'47,"0"18"-32,0 1-15,0 17 16,17 17-16,1-35 16,0 107-1,-1-72-15,-17-17 16,18 18-1,0-18 1,-18-36-16,0 1 16,17-18 46,-17-18 48,0-70-95</inkml:trace>
  <inkml:trace contextRef="#ctx0" brushRef="#br1" timeOffset="73533.47">15575 5186 0,'35'-18'109,"54"1"-93,-54-1 15,-17 0-15,-1 18 77,1 0-61,-1 0 15,19-17-16</inkml:trace>
  <inkml:trace contextRef="#ctx0" brushRef="#br1" timeOffset="74230.13">15663 5486 0,'36'0'109,"34"0"-93,18 0-1,18 0 1,-53-18 0,-35 18-1,-159 53 157,-53 18-156</inkml:trace>
  <inkml:trace contextRef="#ctx0" brushRef="#br1" timeOffset="89165.39">3704 8819 0,'0'0'32,"0"89"-32,0-54 15,18 0 1</inkml:trace>
  <inkml:trace contextRef="#ctx0" brushRef="#br1" timeOffset="91579.93">9313 8590 0,'71'0'218,"35"0"-186,-71 0 14,0 0 48,-17 0-63</inkml:trace>
  <inkml:trace contextRef="#ctx0" brushRef="#br1" timeOffset="94279.17">13635 8572 0,'17'0'188,"36"0"-173,-17 0-15,-19 0 16,19 0 0,-19-17-1</inkml:trace>
  <inkml:trace contextRef="#ctx0" brushRef="#br1" timeOffset="104751.52">1782 8343 0,'0'0'31,"0"-17"31,0-19-15,0 19-31,0-19 15,-18 19-15,0 17-16,1 0 47,-1 0-1,0 0-46,-17 0 94,0 17-63,17-17-31,18 18 32,-18 0-17,1-18 1,17 17 0,-18-17-1,18 18 1,-17-18-16,17 18 15,0-1 17,-18 1-17,0-1 17,18 1-17,-17 0 16,17-1-15,0 1-16,0 35 63,-18-18-32,18 0 0,0-17-15,0 17-1,0-17 1,0 17 0,0-17-1,0 0 16,0 17-15,0-17 0,-18-1-1,1 1 1,-19 35 0,19-36-1,-18 1 1,17 0-1,0-18 1,-35 17 0,18 1-1,17-18 1,-34 18 0,34-18-1,0 17-15,1-17 31,17 18 173,35-1-173,-17 1-16,17 0 1,-35-1 0,17 1-1,1-18 1,-18 18 15,18 35-15,-18-36-16,17 36 31,-17-35-15,0-1-16,0 54 31,0-36-15,0 18-1,0-18 32,-17-17-31,-1 0-16,18-1 0,-18 19 31,18-19-15,0 1-16,-17 0 31,17-1-16,0 1 1,-18-1 0,18 1 15,-17 35-15,17 0 30,0-35-30,0-1-16,0 1 16,0 17-1,0-17-15,0-1 32,0 1-17,0 17 1,17-17-1,-17 0-15,18-1 16,-18 1 0,17 17-1,1-17 1,0-1 0,-1-17-16,1 36 31,0-36-31,-1 17 15,1-17 1,0 0 0,-1 18-1,1-18-15,-1 0 16,1 0 0,0 0 15,-1 0-16,1 0-15,0 0 16,-1 0-16,19 0 16,-1-18-1,-18 18 1,1 0 0,0-17-16,-18-1 31,17 18-16,-17-18 1,0 1 0,0-1-1,18 1 1,-18-1 0,0 0 30</inkml:trace>
  <inkml:trace contextRef="#ctx0" brushRef="#br2" timeOffset="115371.51">7849 10954 0,'-17'-18'156,"-1"18"-124,0 0-17,1-18 1,-36 1 0,35-1-1,-17 18 1,17 0-1,-17 0 1,-18 0 15,0 0-15,18 0 0,0 0-16,-1 18 15,19-1 1,-1-17 15,18 18-31,-18-18 16,1 18-1,-19-1 1,36 19 0,-35-19-1,35 19 1,-17-36-1,-1 35 1,0-18 0,18 19-1,-17-1 1,17-17 0,-18 17-1,18-17 16,0 35-15,0-36 0,0 18-1,0 1 1,0-1 0,0 0-1,0 1 1,0-1-16,0-18 15,18 19 1,-18-19 0,0 19-1,17-19 1,-17 1 0,18-18-1,-18 18-15,35 17 16,0-18 15,1-17-15,-1 18-1,-17-18 1,-1 0 0,1 0-1,0 0 1,-1 0-1,1 0-15,0 0 16,17 0 0,-18 0 15,1 0-15,17 0-1,18 0 16,0 0-15,0-18 0,-35 1-16,-1-1 15,19 1 1,-36-1-16,17 0 16,1-17-1,-18 17-15,18 18 16,17-53-1,-35 36-15,0-1 16,17-35 0,1 18-1,-18 0 1,0-1 0,0 19-1,18-1-15,-18-17 31,0 17-31,0-17 32,0 0-17,0-1 1,0 1 0,0 0-1,0 17 1,0-17-1,-18 17 1,0-17 0,1 17-1,-1 18-15,18-17 16,-17 17-16,17-18 31,-18 18 0,0 0-15</inkml:trace>
  <inkml:trace contextRef="#ctx0" brushRef="#br2" timeOffset="117940.01">11906 10901 0,'-35'0'157,"0"0"-126,-1 0 0,19 0-15,-1 0 15,0 0-15,-17 0 15,18 17 0,-1-17-15,0 0-1,-17 18 1,17 0 0,1-1-1,-1-17 16,18 18-15,-18 0-16,-17-18 31,35 35-15,-17-35-16,17 18 16,-18-1-1,18 1 1,-18-1-1,18 1-15,0 0 16,-17 17 0,17-17-1,0 17 1,0 0 0,0 1 15,0-1-31,0-18 0,0 72 31,17-54-15,1 35-1,-18-52 1,18 17 0,-1-17-1,18 17 1,1 1-1,34-19 1,-17 18 0,-18-35-1,1 18 1,-19-18-16,1 0 16,17 0-16,-17 0 15,105 0 16,-105-18-15,0 18-16,17-17 16,-17 17-16,-18-18 15,0 1-15,17 17 16,1-18 0,-18-17-16,18 35 0,-18-36 15,17 1 1,1-35-1,-1 17-15,-17 17 16,0 1-16,0-35 16,0 17-16,0-53 31,0 53-15,0-18-1,0 36 16,0 17-31,-17-17 0,-1 0 47,-17 35-31,17 0-16,1-18 16,-19 1-1,1-1-15,17 0 16,-34 1-1,16-1-15,19 18 16,-19-18 0,19 18-1,-1 0 1</inkml:trace>
  <inkml:trace contextRef="#ctx0" brushRef="#br2" timeOffset="123229.88">7549 12206 0,'-17'0'156,"-18"0"-140,-1 0-16,19 0 15,-54 0 1,53 0-16,1 18 16,-36-18-1,53 17 1,-35 1-1,17 0 1,-17-1 0,17 1-1,-17 0 1,35-1-16,0 1 16,-36 17 30,19 18-30,-1-35 0,18 17-1,0 0 1,0-17 0,0 17-1,0 0 1,0 1-16,0-19 15,35 19 1,-17-1 0,0 0-1,-18-17-15,17-1 16,36 72 0,-17-19-1,-1-35 1,0 1 15,-17-1-15,35-17-1,-18-1 1,0-17-16,1 0 31,16 0-15,-16 0-1,17-53 1,-36 36 0,1-1-1,0-17 1,-1 0 0,-17-1-1,18-17 16,-18 0-15,0-17 0,0 17-16,17 0 15,-17 0 1,0 36-16,0-19 16,0-34-1,0 52-15,0-17 16,0-1-1,0 19 1,0-18 0,0 17-1,0 0-15,-17 18 16,-18-17 0,17-1-1,0 0 1,1 1 15,-19 17-15,19-18-1,-19 18 1,1 0 0,0 0-1,17 0 1,18 18-1</inkml:trace>
  <inkml:trace contextRef="#ctx0" brushRef="#br2" timeOffset="125244.33">12400 12365 0,'-35'0'156,"-36"0"-140,36 0-16,0 0 15,-142 0 1,107 0 0,35 0-1,17 0 32,0 0-31,1 17 15,-1-17-15,18 18-16,-18 0 15,1-1 1,-1-17 0,18 36 15,-18-19 0,18 19-15,0-1-1,0-17 1,0 17-16,18-18 31,-18 19-31,18-1 16,-1-17 15,1 17-15,17 0-1,-17-17 1,0 17 0,-18-17-1,17-18 1,18 17-1,1 1 1,-19-18-16,19 0 16,-1 0-1,-17 0 1,-1 0 0,1 0 15,17 0 0,0 0-15,36-18-1,-18 1 1,-18-1 0,-17 18-1,17-18 1,0-17-1,-35 18 1,36-1 0,-19-17-1,-17-18 1,0 0 0,0 0-1,0-35 1,0 35 15,0 17-15,-17-16-1,-1 16 1,0 19 0,1-1-1,-1 0 1,18 1 15,-53 17-15,18 0-1,17 0 1,1 0 0</inkml:trace>
  <inkml:trace contextRef="#ctx0" brushRef="#br2" timeOffset="130655.59">2081 11483 0,'36'0'31,"69"0"-15,142 0 0,318 0-1,52 0 1,-123 0-1,141 0 1,-247 0 0,53-18-1,0 18 1,-264-35 0,352 35-1,-229 0 1,17 18 15,-70-1-31,194 1 16,-300-18-1,35 0-15,89 0 16,476 0 0,-547 0-1,141 0 1,-141 0-16,18 0 15,88 0 1,-159 0-16,282 0 16,-123-18-1,53 1 1,-142-1 0,-17 0-1,71-17 16,-142 35-31,-52 0 16,158 0 0,-52 0-16,-54 0 15,54-18-15,-89 18 16,0-17-16,18-1 16,17 1-16,-52-1 15,264-35 1,-70 35-1,34 1 1,54 17 0,-106-18-1,-159 18-15,18-18 16,-71 1 0</inkml:trace>
  <inkml:trace contextRef="#ctx0" brushRef="#br2" timeOffset="132249.51">15981 12647 0,'-18'0'16,"-52"0"46,-107 0-30,54 18-32,-230 70 31,141-70-31,-140 87 31,228-87-31,-176 35 16,36-35-1,-195 17 1,-35 0 0,-176 18-1,0-18 1,193 1-1,-122 52 1,175-53 0,124 0-1,53 1 1,-52-1 0,-1-35-1,-124 18 1,-17-18 15,159 0-15,-18-18-1,106 0 1,-53 1 0,-35 17-1,0-36 1,-18 1-1,-141-35 1,-282-19 0,423 54-1,-106 0 1,106 17 0,71-35-1,18 18 1,69 17 15,89 18-31,1-17 16,-54-1-1,35 18 1,36 0-16,17 0 16,-52-18-1,34 18-15,-16 0 16,-19 0-1,36 0-15,-18 0 16,0 0-16,-88 0 31,-53 0-15,70 0 0,18-17-1,36 17 1,17 0 15,35 0-31,1 0 78,-1 0-62,0 0 46</inkml:trace>
  <inkml:trace contextRef="#ctx0" brushRef="#br2" timeOffset="152190.66">16510 6914 0,'194'0'250,"0"0"-235,-35 0 1,-71 0-1,-35 0 1,-18 18 0,0-18 15,18 0-15,-35 0-16,105 18 15,-105-18 1,53 0 15,-89-36 94,18 19-109,-53-18-1,18 17 1,17 0 0,1 1-1,-1-1 63,0 0-46,1 18-17,-1 0 1,0 0 46,36 0 32,17 18-78,18 35-1,35-35 1,-70-18-16,53 17 16,-71 1-1,17-18 16,1 17 63,0-17-78,17 36 15,35-1-15,-52-35-16,17 18 15,1-1-15,-19 1 16,-52-18 109,-71 0-78,36 0-16,52 0-15,-17 0-1,17 18 1,-17-1 0,-1 1-16,1-1 15,17 1-15,-17-18 16,-35 35-1,52 1-15,0-19 16,-17-17 0,35 18-16,-18-18 218,-17-247-186,35 106-1,0 123 16</inkml:trace>
  <inkml:trace contextRef="#ctx0" brushRef="#br2" timeOffset="189293.72">24959 9543 0,'18'0'266,"17"0"-251,18 0-15,-18 0 16,71 0-1,-88 0-15,35 0 16,-18 0-16,35 0 16,-34 0-1,-19 0 1,36 0 0,-35 0-1,35 0 1,-18 0-1,-17 0-15,52 0 32,-35 0-32,1 0 15,70 0 1,-18 0 0,-18 0-1,-34 0 1,34 0-1,-17 0-15,0 0 16,0 0 0,-18 0-16,-17 0 15,35 0-15,-18 0 16,36 0 0,-36 0-1,-17 0-15,87 0 16,-52 0-1,18 0 17,-54 0-17,72 0 1,-54 0 0,35 0-1,-52 0-15,53 0 16,-1 0-1,-34-18-15,-1 18 16,35-18 0,-34 18-1,-1 0 1,-17 0 0,-1 0-16,1 0 15,52 0 1,1 0-1,-36 0 17,0 0-17,-17 0 1,35-17 0,-35 17 15,-1 0-16</inkml:trace>
  <inkml:trace contextRef="#ctx0" brushRef="#br2" timeOffset="-197798.1">20214 10954 0,'71'0'125,"17"0"-109,-53 0-1,0 0 1,-17 0-16,0 0 15</inkml:trace>
  <inkml:trace contextRef="#ctx0" brushRef="#br2" timeOffset="-196337.98">20267 10566 0,'35'0'203,"71"0"-187,-71 0-1,1 0 1,-19 0-16,1-18 31</inkml:trace>
  <inkml:trace contextRef="#ctx0" brushRef="#br2" timeOffset="-178054.85">2311 6297 0,'17'0'250,"195"0"-234,-36 18-1,-17-1 1,-53 1-1,-53-18 1,17 0 15,107 18 1,123-1-17,-124-17 1,89 18-1,-107 0 1,-34-1 0,-36-17-1,0 0 1,106 18 0,-53-1-1,-17 1 1,52-18-1,142 0 17,-142 0-17,-88 0 1,-17 0 0,-1 0-16,160 0 15,-160 0 1,107 0-1,-19 0 1,-34 0-16,-89 0 16,124 0-1,-71 0-15,36 0 16,140 0 0,-70 0-1,-17 0 1,-1 0-1,0 0 1,-70 0 0,0 0-16,88 0 31,-141 0-31,35 0 16,53 0-1,-35 0 1,-88 0-1,35 0-15,0 18 16,17-18 0,-52 0-16,-1 0 15,1 0 1,35-106 437,0-70-437,-18 70-16,-35 53 15,0-177 1,0 107 0,0 35-1,0 53 1,0-36-1,0 36 1,0-36 15,0 1 1,0 52-1,0 0-16,-17 1-15,17-1 32,0 0 15,-36 18 15,-105-88-31,53 53-15,-194-53 0,-89-18-1,-175-35 1,193 70-1,-106 54 1,106-1 0,-88 18-1,124-35 1,-18 35 0,158-18-16,54 18 15,-89-18 1,-70 18-1,-371-53 17,354 36-1,210 17-31,-211 0 16,89 0-1,-1 0 1,-105 0-1,70 0 1,53 0 0,35 0-1,71 0 1,17 0 0,54 0-16,-1 0 15,0 0 1,-17 0-1,17 0 17,1 0-1,-1 17 47,18 19-62,0-19-16,0 1 15,-18 70 1,18-17 0,-17 52-1,17-17 1,0-18-1,0 142 32,0-125-31,0 19 0,0-1-1,0-17 1,0 0-1,0 0 1,0 0 0,0-36-1,0-17 1,0-35 0,17-1 140</inkml:trace>
  <inkml:trace contextRef="#ctx0" brushRef="#br3" timeOffset="-108740.14">26441 13741 0,'35'0'156,"88"0"-125,-34 0-15,-36 0-16,-18 0 15,18 0-15,-18 0 16,0 0 0,-17 0-16,0 0 187,17 0-171,-18 0-16,19 0 15,-19 0-15,1 0 16</inkml:trace>
  <inkml:trace contextRef="#ctx0" brushRef="#br3" timeOffset="-105048.2">18680 12612 0,'-18'0'47,"36"0"78,105 0-109,-70 0-16,0 0 15,70 0-15,36-18 16,-141 18-1,35 0-15,0 0 16,17 0 0,-52 0-1,17 0 1,0 0 31,-17 0 15,17 0-46,-17-17 0,0 17-1,-18-18 63,-124-53-46,89 71-17,-1-17 1,19 17-1,34 0 189,89 17-189,-70-17-15,17 18 0,52 0 16,-16-18-1,-89 17 79,-142 19-78,90-36-1,-72 35 1,89-18-16,-1 1 16,1 17-1,18-35-15,-1-70 188,18 17-157,0 35 0,0 1 1</inkml:trace>
  <inkml:trace contextRef="#ctx0" brushRef="#br3" timeOffset="-102794.14">18927 13070 0,'-18'0'31,"0"0"-31,1 0 16,-1 0-1,0 0 1,71 0 109,0 0-110,88 0 1,36 0 0,-1 0-1,-70 0 1,-18 0 0,-70 0-1,-1 0 1,1 0 15,53 0-15,-36 0-1,-18 0 17,-34-35 155,-36 17-171,-53-34-1,53 52 17,36-18-17,-1 18 63,71 35 47,106 0-93,-107-17-1,-34 0-16,0-18 1,-1 0 0,-17 17-16,18-17 31,-36 18 78,-52 17-77,35 1-17,-1-19 1,19 1-1,-19 17 1,19 0 0,-1 1-1,0-1 1,18-17 0,0-1-16,-17 1 15,17-36 48,-18-52-48,-17 17 1,35 0 15,0 35-15,-18-17-1,1 0 1,17 17 15,0 0-15,0 1 109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0:59:25.719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1570 4568 0,'0'18'109,"0"0"-93,0 35 15,-18-18-16,18-17-15,-17 17 16,17 18 0,0 0-1,0 0 1,-18 35 0,0-18-1,18 1 1,0-18-16,-17 53 31,-1-1-31,18 19 16,0-53-1,-18-36-15,18 71 32,-17-89-32,17 19 15,0-1 1,0-18-1,-18-17 95,18-17-95,0-107 17,0-17-1,35 18-15,-17 35-1,-18-18 1,0 18-1,18 17-15,-18 18 16,0 18-16,17 0 16,-17-36-1,0 18 1,18 35-16,-18 1 16,0-1-1,0 0 1,18-34-1,-18 16 1,0 1 0,17-18 31,1 18-32,-18 17-15,17-52 16,19 34-1,-19 1 1,36 35 93,36 0-93,87 0 0,-17 0 15,-36 0-15,-35 0-1,-52 0-15,-1 18 16,35-18-1,54 0 1,-18 0 0,70 0-1,-70 0 1,0 0 0,17 0-1,-35 17 1,1-17-1,-36 18 1,-1-18-16,72 0 31,35 0-15,-71 0 0,0 0-1,-70 0 1,-1 0 15,1 0-15,0 0-16,-1 0 0,19 0 15,-1 0 1,18 0 0,-36 0 15,19 0-16,17 0-15,70 0 32,-105 0-1,-1 0 203,89 0-202,-35 0-17,-18 0 1,0 18-1,-36-18 32,1 0 141,-1 0-157,-17 53 157,0-1-157,0-34 0,0 17-15,0 1 15,0-19-15,0 19-16,0-19 15,18 1 16,-18-1-15,0 1 0,18 17 15,-18-17-15,0 17-1,0-17-15,17 0 16,-17-1-16,18-17 15,-18 18 1,0 17 15,0 18-15,18-18 0,-18 1-1,0-1 1,0 18-1,0-18 1,0 0 0,0 1-1,0-1 17,0-17-32,0-1 0,0 54 31,0-18-16,0-18 1,0 36 0,0-19-1,0-16 1,0-19 0,-18-17 77,0 0-46,-264 18-16,-71-18 1,265 0-17,-141 18 1,123-1 0,36-17-1,-19 0 1,-69 0-1,16 0 1,1 0 0,-17 0 15,105 0-31,-36 0 16,-69 0-1,-36 0 1,-53-35-1,159 35-15,-1 0 16,-34 0 0,105 0-16,1 0 15,-19 0 1,1 0 0,-35 0-1,-1 0 1,0 0-1,36 0 1,17 0-16,1 0 31,-1 0 1,-17 0-17,0 0-15,17 0 16,-70 0-1,53 0-15,17 0 32</inkml:trace>
  <inkml:trace contextRef="#ctx0" brushRef="#br0" timeOffset="2472.58">3069 5486 0,'18'0'79,"-18"88"-48,-18-35-16,18-18 1,0 0 0,0 18-1,0-17 1,0-19 0,35 36-1,1 0 1,17-35-1,-53-1 1,17-17-16</inkml:trace>
  <inkml:trace contextRef="#ctx0" brushRef="#br0" timeOffset="3030.57">3475 5997 0,'17'0'47,"-17"106"-32,0-53 1,0 0 0,0 0-1,0-36 17,0 1-17,0 17 1</inkml:trace>
  <inkml:trace contextRef="#ctx0" brushRef="#br0" timeOffset="5336.28">3528 6209 0,'17'18'62,"1"34"-30,-18-34-32,0 0 31,0-1-16,0-34 64,0-71-64,0 52 1,18 19 15,-18-1-15,35 18 15,-17 18-15,35 35-1,-36-36 1,1 1-1,-18-1 1,0-52 93,17 35-62,72 71-15,-72-54-17,36 1 1,-35-18-1,-1 0 1,1-35-16,-18-1 31,18-16-15,-18 34 0,17-17-1,-17 17 16,18 18-15,-18-18 0,18 18-16,-18-17 62,17 17 1,1 141-48,0-71-15,-18 1 16,17-1 0,1-17-16,-1-35 31,-34-89 63,17 36-79,-35-88 1,17-36-1,18 88 1,0 18 0,0 36 15,35 17 16,0 53-32,36 17 17,-53-70-1,-18 18-31,0 0 16,0-1-1,0 1 126,17-18-47,1-53-79,0 35-15,-18 1 16,17-1-1,-17 0-15,0 1 16,18-19-16,-18 19 16,18-1-1,-18 36 48,35 88-48,53-18 17,-70-70-1,-1-1-15,19-17-1,-19 0 1,1 0-1,-18-17 1,0-1 0,17 18 62,1 0-16</inkml:trace>
  <inkml:trace contextRef="#ctx0" brushRef="#br0" timeOffset="5684.81">4533 6085 0</inkml:trace>
  <inkml:trace contextRef="#ctx0" brushRef="#br0" timeOffset="6901.41">5891 4657 0,'18'0'31,"0"-18"-15,123-17-1,-124 17-15,89-17 16,53-36 0,-53 36-1,-18 17-15,141-35 32,-123 1-32,-18 34 15,124 0 1,-124 18-16,106-17 15,53 17 1,-212 0-16,18 17 16,36 19-1,-37 16 1,1 19 0,-35-36-1,17 1 1,-17-36-1</inkml:trace>
  <inkml:trace contextRef="#ctx0" brushRef="#br0" timeOffset="8008.13">8467 4322 0,'0'17'62,"0"124"-46,17 159 0,1-88 15,17-18 0,-17-177-15,-18-52 62,0-18-62,0-17-1,0-1 1,0 54-16,0-19 15,17 1 1,1 35 0,-18-18 15,18 18-15,35 0 15,17 18-16,-34 0-15,-1 35 32,0 35-17,-35-35 1,0-18 0,0 0-16,-18 0 31,1-17-16,-1-18 1,-17 0-16,17 0 16,-52 0 15,34-18-31,-17 18 0,1-17 16,34-1-1,-35 1 1,88 17 109</inkml:trace>
  <inkml:trace contextRef="#ctx0" brushRef="#br0" timeOffset="8543.96">8837 4921 0,'0'18'63,"18"35"-48,-1-18-15,1 0 16,17 18-16,-17-17 15,0 16-15,-18-34 16,35 53 0,-18-54-1,-17-52 63,0-53-46</inkml:trace>
  <inkml:trace contextRef="#ctx0" brushRef="#br0" timeOffset="8840.53">8908 4762 0</inkml:trace>
  <inkml:trace contextRef="#ctx0" brushRef="#br0" timeOffset="9402.67">9243 4851 0,'-53'17'46,"53"1"-30,-18-18-16,1 18 0,17 17 31,-18 0-15,18 0 0,0 18-1,0-17 1,35-1-1,-17 0 1,17-35 0,-17 0-1,-1 0-15,36 0 32,-35 0-17,35 0 1,-35 0-1,-1-17-15</inkml:trace>
  <inkml:trace contextRef="#ctx0" brushRef="#br0" timeOffset="10587.52">9543 4833 0,'0'0'31,"-18"18"-31,18 17 15,-18-35-15,1 18 16,17 17 0,0 18-1,0-18 1,0-17-16,0-1 16,0 1-1,0 0-15,17-18 16,19 17-1,-1-17 1,-17 0-16,-1 0 16,18 0-16,-17 0 31,-18-35-15,0 0-1,0-1 1,-53-34-1,18 35 1,0-18 0,35 35-1,-18 0 1,36 18 15,17 0-15,18 0-1,17 36 1,-34 17 0,-1 17 15,-17-35-15,-18 1-1,0-54 79,0-70-63,17 35 0,18 35 1,-35 1-32,71 17 31,-18 0-31,88 70 31,-88-52-31,-35 0 16,17-1-1,-35 1 17,18-18 108,-1 0-140</inkml:trace>
  <inkml:trace contextRef="#ctx0" brushRef="#br0" timeOffset="11654.65">10372 4692 0,'-89'0'31,"178"0"-31,-213 0 32,107 0-32,17 18 0,0 87 31,0-34-16,0-36 1,35 1 0,0-19-1,18-17 1,-35 0-16,52 0 16,-35-17-1,36-19-15,17-34 16,-70 34-16,17-34 15,-35-18 1,0 52 0,0-17-16,-35-88 31,0 106-31,17 35 16,18-18-1,-18 18 95,1 230-79,34-1 0,36-176 0,-17 0 1,-19-53-17,1 0 1,17 0-1,0 0 1,1 0 0,-1 18 93,18 17-78</inkml:trace>
  <inkml:trace contextRef="#ctx0" brushRef="#br0" timeOffset="11954.05">10795 4780 0,'0'0'0</inkml:trace>
  <inkml:trace contextRef="#ctx0" brushRef="#br0" timeOffset="12453.67">10901 4445 0,'17'88'46,"-17"0"-14,18-35-32,0 35 0,-1 1 31,1-36-31,0-18 16,-18-17-16,17 17 15,1-18 1,-36-17 46</inkml:trace>
  <inkml:trace contextRef="#ctx0" brushRef="#br0" timeOffset="13044.95">10866 4833 0,'0'-18'15,"0"1"17,17 17-17,1-36 17,17 36-17,0-17-15,-17 17 16,35-18-1,0 18 1,-18 18 0,18 17-1,-18-17 17,-35-1-17,0 1 32,0 0-31</inkml:trace>
  <inkml:trace contextRef="#ctx0" brushRef="#br0" timeOffset="13370.71">11095 4516 0,'17'17'140,"54"1"-140</inkml:trace>
  <inkml:trace contextRef="#ctx0" brushRef="#br0" timeOffset="14557.53">11324 4568 0,'0'18'62,"0"0"-46,0-1-1,0 1 1,-17-18-16,17 35 16,0 53-1,0-52 1,17-1 0,-17-17-1,0-1 1,35-17 78,-17-17-79,-18-1 1,18 0-1,-18 1-15,0-1 16,0-17 0,0 17-16,0 1 31,0-19-15,0 19-1,17 17 1,1 0-1,0 0 1,-1 0 0,19 0-1,16 0 1,37 70 0,-54 1-1,-17-18 1,-18-18-1,0-17 1,0-1 0,0-52 46,17-71-31,1 53-31,70-53 16,-35 89 0,-18-1 15,-17 18-15,0 0-16,-1 53 15,18 53 1,-17-71-1,0 0 1</inkml:trace>
  <inkml:trace contextRef="#ctx0" brushRef="#br0" timeOffset="21924.97">3281 4604 0,'0'17'141,"0"19"-125,-18-19-1,1 36 1,-1-35-16,-17 17 0,17 0 15,-17 18 1,17 0 0,0-35-1,1 17-15,-1-17 16,-17 35 0,0 0-16,17-18 15,0-17-15,1 17 16,-1 0-16,-35 89 31,35-124-15,1 70-1,-18-17 1,17-18 15,18-17 157,0 0-157,0-54 63</inkml:trace>
  <inkml:trace contextRef="#ctx0" brushRef="#br0" timeOffset="23284.85">3034 4674 0,'35'0'188,"124"-106"-157,-124 106-31,18-35 15,-18 0 1,1 35 0,-19-18-1,1 1 32,0 17-31,-1 0-1,1 0 1,-18-18 0,17 18-1,-17 71 95,0 105-79,0-158-31,0-1 16</inkml:trace>
  <inkml:trace contextRef="#ctx0" brushRef="#br0" timeOffset="29032.53">5450 5750 0,'18'-17'63,"-18"-1"-48,18 0-15,-18 1 16,0-19-16,17 36 16,1-70-1,0 52-15,-1-17 16,36-124 0,-18 18-1,1 35 1,-1 36-16,-17-1 15,-1 18-15,54-123 32,-36 88-1,-17 70-31,-1-35 16,-17 35-16,0-17 15,18 18-15,0-19 16,-18 19 15,17-1-15,-17-17-1,0 17 1,0 0 15,0 1-15,18 17-16,-18-35 15,18 17 1,-36 18 140,-17 0-140,-1 0 0,1 0-1,17 0 1,18 18-1,-35-1 17,18 1-1,-19-1-15,36 1-1,-17 0 1,17-36 234,35 0-235,0-17 1,-17 18 0,-18-1-16,17 18 15,1-18-15,0 18 78,-1-17-62,19-1 15,-19 36 110,1 87-125,0-69-16,-1 17 15,18 35 1,-17-53-16,0 0 15,17 18 1,-35-35 0</inkml:trace>
  <inkml:trace contextRef="#ctx0" brushRef="#br0" timeOffset="62714.88">1076 1711 0,'35'-18'203,"53"-17"-172,-70 17-31,0 1 16,-1 17-1,1 0 110,17-18-109,-17 18-16,35-18 16,17 1-16,1-1 15,52-35 1,-52 36-1,-36 17 1,-17 0-16</inkml:trace>
  <inkml:trace contextRef="#ctx0" brushRef="#br0" timeOffset="84781.94">24359 7056 0</inkml:trace>
  <inkml:trace contextRef="#ctx0" brushRef="#br0" timeOffset="87714.16">26158 6174 0,'0'35'63,"0"0"-48,0-17-15,0 17 16,0 36 0,0-18-16,0 17 15,0-17 1,0 0 0,0 35-1,0-70 1,0 35-1,0-18 1,0-17 0,0-1-1</inkml:trace>
  <inkml:trace contextRef="#ctx0" brushRef="#br0" timeOffset="88542.42">25806 6703 0,'35'-71'109,"53"18"-93,18-17 0,0 17-1,35-35 1,-71 35 0,-34 35-1,-19 18 1,1-18-1,0 18 48,-18-17-1,17 17-30</inkml:trace>
  <inkml:trace contextRef="#ctx0" brushRef="#br0" timeOffset="89642.71">25929 6332 0,'18'0'171,"35"18"-155,17 17 0,1-17-1,-36 0-15,-17-18 16,17 17 0,0 1-1,18 17 1,-35-17-1,35 17 1,-18-17 0,-17-18-1,-1 0 1,-17 17 62</inkml:trace>
  <inkml:trace contextRef="#ctx0" brushRef="#br0" timeOffset="98946.72">13776 7920 0,'106'17'141,"141"-17"-126,-124 0 1,54 0-1,17 18 1,-71-18 0,89 0-1,-53 0 1,35 35 0,-36-35-1,-52 0 1,53 0-1,-18 18 1,-35-18 0,0 0-1,35 0 1,-71 0 0,-17 0 15,-17 18-16,52-18 1,35 17 0,18-17-1,-35 0 1,-53 0 0,-18 0-1,18 0 16,-17-17-15,-19 17 0,36 0-16,-35 0 15,-1 0 17,-70 0 93,-211 0-110,-124-18 1,0 18-1,141 0-15,-71-35 16,89 35-16,-71 0 16,-176-18-1,141 18 17,123 0-1,-35 0-16,35 0 1,36 0 0,106 0-1,299 0 220,35 0-220,36 0 1,0 0 0,0 0-1,106 0 1,-248 0-16,-16 0 15,104 0 1,-69-18-16,-36 18 16,18-17-1,282-1 17,-335 18-1,17 0-16,-70 0 1,-35 0 0,-1 0-1,36 0 1,0 0 0,-18 0-16,-17 0 15,17 0-15,1 0 31,34-17-15,-35 17 0,-17 0-1,-141 0 126,34 0-125,-122 0-1,-301 0 1,300 0-1,-52 0 1,158 0-16,-70 0 16,123 0-1,17 0 17,-105 17-1,0-17-16,18 0 1,52 0 0,124 0 93,124 18-93,17-18-1,0 0 1,-18 0 0,-123 0 15,-35 0-31</inkml:trace>
  <inkml:trace contextRef="#ctx0" brushRef="#br0" timeOffset="104636.98">18538 6103 0,'0'18'31,"0"17"-15,0 0 0,0 1 15,0-19-16,0 18 1,0 1 0,0 17-1,0 17 1,-17-35 0,17 1-1,0-1 1,0-17-1,0-1 17,0-70 140,0-35-157,0 35 1,0 0-1,0 18-15,0 17 16,0-17-16,0 0 16,0 0-1,0-54 17,0 72-1,0-1-16,0-17 1,0 17-16,0 1 16,0-19-1,0 19 1,0-1 15,17 18 0,-17-18-15,18 18 0,0 0-1,17 0 48,36 18-32,-54 0 0,1-18-15,-18 17 0,17 1-1,-17 17-15,0-17 16,0 35-1,0-36 1,0 19 0,-35-1 15,0-17-15,0-18 15,17 0-16,0 0 1,-17 0 0,17 0-1,1 0 17</inkml:trace>
  <inkml:trace contextRef="#ctx0" brushRef="#br0" timeOffset="105508.43">18997 6138 0,'53'0'125,"0"-17"-110,0 17-15,-18 0 16,53-18 0,-70 18-16,0 0 15,-1 0 1</inkml:trace>
  <inkml:trace contextRef="#ctx0" brushRef="#br0" timeOffset="106302.89">19015 6279 0,'35'0'109,"71"0"-93,-53 0-16,35 0 15,-18 0-15,1 0 16,17 0-1,-70-17-15,0 17 16,-18-18 234</inkml:trace>
  <inkml:trace contextRef="#ctx0" brushRef="#br0" timeOffset="107483.9">19297 5927 0,'18'0'125,"105"70"-109,-88-52-16,1-18 16,52 35-1,-71-17 1,36-1 0,-35 1 15,0-18-31,-18 18 47,0-1 62,-53 19-93,17-19-1,19 19-15,-89 34 16,88-17 0,1-53-1,17 18 16,0-1 1,-18 19-1,0-36 0</inkml:trace>
  <inkml:trace contextRef="#ctx0" brushRef="#br0" timeOffset="109449.03">20038 5909 0,'0'18'110,"0"35"-95,0 35 1,0 18 0,0-36-1,0-35 1,0 1-16,0-19 15,0 1 1,0 0 0,0-54 140,-18-34-140,0-36-1,18 0 1,-17 53-16,17 18 15,-18-18-15,18 18 16,0 17-16,0-17 16,0-36-1,0 54-15,0-19 32,0 19-1,18-1-16,-1 0 1,-17 1 0,36 17-1,-1 0 17,-17 0-17,-1 0 1,19 0-1,-19 0 1,1 0 0,17 17-1,-35 1 1,18 0 0,-1-1-16,1 19 46,-18-19-30,18 19 0,-18 16-1,0-34 1,0 17 0,0 1-16,0-19 15,-36 19 1,19-19-1,-1-17-15,1 18 16,-1-18 0,0 0 46,1 0 94,-1 0-124,0 0 30,1 0-15</inkml:trace>
  <inkml:trace contextRef="#ctx0" brushRef="#br0" timeOffset="113729.57">22719 5891 0,'-18'0'94,"36"0"-32,35 0-46,17 0 0,19 0-1,-72 0 1,18 0 0,-35-17-1,18 17 16,17 0-15,1-18 0,52 18-1,0 0 1,-53-18 0,-35 54 312,0 34-313,0 1 1,-17-1 0,17-34-1</inkml:trace>
  <inkml:trace contextRef="#ctx0" brushRef="#br0" timeOffset="115623.12">18450 6791 0,'18'0'157,"105"-18"-126,-17 1 0,-176 17 141,-36 0-156,88 0-1,1 0 1,52 0 109,-18 0-109,1 0-1,0 0 1</inkml:trace>
  <inkml:trace contextRef="#ctx0" brushRef="#br0" timeOffset="117996.19">23495 6297 0,'0'-88'219,"-18"-71"-203,18 89 15,-17 34-16,17 1-15,0 17 16,0-17 0,0 0-1,0 0 1,0-1 0,0 19-16,0-19 31,0 19-16,0-1-15,0 0 16,0 1 0,0-1-1,0 1 17,0-1-1,0 0 16,0-17 0,17 35-1,-17-18 1,18 18-31,0 0 0,-1 0-1,19 0 1,-19 0-1,18 18 17,-17 0-17,-18-1-15,35 19 47,-17-1-16,0-18-15,-18 19 0,0-19 15,0 1-15,0 17-1,0-17 1,-18 17 15,-17-35-15,17 18-1,-17-1 1,0-17 0,17 0-1,0 0 32</inkml:trace>
  <inkml:trace contextRef="#ctx0" brushRef="#br0" timeOffset="121172.29">23971 5733 0,'18'35'109,"0"0"-93,-1 18 15,1-35-15,-18 17-1,35 0 1,-17 18 15,-1 18-15,1-54-1,0 36 1,-1-17 0,-17-19-1,18 1 1,-18 0-1,18-1 1,-18 18 0,17-70 202,1-35-202,-1 52 0,1-17-1,-18 17-15,18-17 16,-1-1 0,-17 19-1,36-18 1,-36 17-16,17-35 15,19 0 17,-36 18-17,17 35 1,-17-35 0,18 17-1,-18 0 16,17 1 32,-17-1-47,0 0-16,0 1 15,18-1 1,-18 0-16</inkml:trace>
  <inkml:trace contextRef="#ctx0" brushRef="#br0" timeOffset="124484.94">25100 5521 0,'0'18'93,"-18"52"-77,1-17-16,17 0 16,-71 141-1,54-88 1,17-71-1,-18 71 1,0-88-16,18-1 16,0 1-16,0 0 15,0-1 1,0-87 125,-17-54-126,17-105 1,0 123-1,0 53 1,0-35 0,0 70-1,0-17 1,17 35 0,-17-18-16,18 18 31,17-53 0,-17 36-15,0-1-16,17 18 15,-18-18 1,54 1 0,-53-1-1,17 18 1,0 0 15,-17 18-15,17 17-1,-17 0 1,35 36 0,-36-18-1,-17-35 1,0-1-1,18 1 1,-18-1-16,0 1 31,-18 17-15,-17 1 0,-35-1-1,52-35-15,-35 0 16,0 18-16,35-18 15,-70 17 1,71-17 0,-1 0 77</inkml:trace>
  <inkml:trace contextRef="#ctx0" brushRef="#br0" timeOffset="130832.81">25259 5168 0,'-18'0'109,"1"0"-93,-19 0 0,-105-53 15,-18 18-16,36 17 1,35 18-16,53-17 16,-124 17-1,35 0 1,1 0 0,-54 0-1,54 0 1,-1 17-1,54-17 1,-212 18 0,176 0-1,18-1 1,52 1 0,-17 0 15,-17-1-16,-54 18 1,72-17-16,34 0 16,-70-1-1,52 1 1,1-18-16,35 18 16,-53 35-1,36-53-15,-1 35 16,-53 35-1,71-34 1,-35 17 0,17-18-1,18 35 1,-17-17 0,17-17-16,0 52 15,-18 53 16,18-88-15,0-18-16,0 0 16,18 54-1,-1-72-15,36 71 16,36 1 0,-19-1-1,36-18 1,-53-17-16,0-35 15,35 52 1,18-34 0,53 17-1,-89-36 1,1 1-16,123 53 16,-88-71-1,-18 17 1,317-34 15,-211-19-15,1-17-1,-125 53 1,-17-17 0,0-1-1,17 18 1,19-18-1,87-52 1,-88 35 0,-70 17-1,35-35 1,-36 18 0,1-89 15,0 71-31,-18 0 0,17-35 31,1 0-15,-18 17-1,0 36 1,0-18 0,18 0-1,-18 0-15,0 18 16,0-88-1,-18 87-15,18-16 16,-18-54 0,-17 35-1,-18-17 1,0 35 0,36 18-1,-19 17 16,19 0-31,-1 18 16,0 0-16,1-17 0,-36 17 16,-35 0-1,-1 0 1,1 0 0,35 0-1,36 0 1,-1 0-1,0 0 1,1 0 15,-1 0-15</inkml:trace>
  <inkml:trace contextRef="#ctx0" brushRef="#br0" timeOffset="134870.19">22648 5345 0,'-17'0'32,"17"-18"-17,-18 18 17,0 0-1,-17-53-16,-18 18-15,0 17 16,-247-141 0,177 124-1,-36-35-15,-176-19 16,53 19 0,-18 17-1,-106-18 16,106 36-15,1 0 0,-54 17-1,53 18 1,71-35-16,-18 35 16,53-18-16,-194 18 15,35-17 1,106 17-16,0 0 15,53 0-15,-88-36 16,-71 36 0,-70 0-1,-160 0 1,195 0 0,-17 0 15,52 0-16,-106 0 1,142 18 0,-1 0-1,107-1-15,87-17 16,-70 18 0,-53 17-1,71 0 1,17-17-1,-70 0 1,-71 17 0,53 0-1,159-17 1,-106 35 15,70-36-31,18 1 16,-193 17-1,175 1-15,54-36 0,-54 35 16,-140 0 0,34 0-1,54-17 1,-36 17 0,18 1-1,-370 34 1,458-52-1,-282 17 1,123 18-16,142-35 16,-124 17-1,70 18-15,-264 35 32,18 0-1,264-52-31,-35-1 31,106 0-15,53-17-1,0-1 1,-36 19 0,-52 17-1,34-18 1,1-35-1,35 17 1,36 1-16,-72 17 16,1 1-1,-35 34 1,17-35 0,35 1-1,1 17 16,-1-18-15,1 36 0,34-54-16,1 1 15,-35 52 1,17-34-16,17-1 16,-17 35-1,36-52 1,-1 17-1,1 1 1,-1-19 0,0-17-16,1 36 15,-19-1 1,36-18 0,-17 1-16,-1 17 31,0-17-31,1 17 15,-18 18 1,-1-17 0,36-89 265,0 35-265,0-35-1,0 18 1,0-18-1,0 18 1,0 17 0,0-17 15,0 17-15,0-17 15,0 17 0,0 89 172,0-1-187,-17 1-1,-1-18 1,0-18-16,18 0 16,0-17 15,0 0-15,0-1-1,0 18 1,0-17-16,0 0 31,0-1 63,0 36-79,36-53 95,34 0-95,-17 0-15,35-17 32,-70 17-17,0 0 17,-1 0 14,1 0-30,-1 0 0,-34-53 218,-18-35-218,-18-18-1,0 35 1,17 18 0,19 36 15,-1-1-16,1 0 17,17 1-1,-18 17-15,18-18-1,0 0 16,-18 18-31</inkml:trace>
  <inkml:trace contextRef="#ctx0" brushRef="#br0" timeOffset="143765.96">4463 7655 0,'0'0'0,"0"106"31,0-88 0,17-1-31,-17 1 0,18 17 32,-18-17-17,0 0-15,0-1 16,18 18 0,-18-17-1,0 0 1,0-1-1,17 1 48,-17 0-47,18-1 15,-1 19 0,-17-19-15,18 1-1,-18 0-15,18-1 16,-1 1 0,1-1-16,0 1 15,-1 0 1,19-1-1,-36 1 1,17-18 0,1 0-1,17 18 1,36-1 15,-1-17-31,18 18 0,-17-18 31,17 18-15,-35-18 0,-35 0-16,-1 0 15,54 0 1,17 0 0,18 0-1,-53-18-15,0 18 16,35-18-1,-53 1-15,1 17 16,-19 0 0,1 0-1,-1 0 1,36-36 0,36 1-1,-19 0 16,-35 35-31,-17-18 16,17 1 0,-17-1-16,17 0 31,-17-17-15,17 0-16,-17-1 15,-1-17 1,1 1-1,0 34 1,-18-17-16,0 17 16,0-17-1,17 17 1,-17 0-16,0-17 16,0 0-1,0 0-15,0-18 31,0 17-15,0 1-16,0 18 16,0-19-16,0 19 15,0-72 1,0 36 0,0 1-1,0 34-15,0 0 16,0-17-1,0 17-15,0 1 32,0-1-17,-17 0 1,-1 1 0,0-1-1,1 18-15,-71-35 47,-1 0-31,36 35-1,-17-18 1,52 18-16,-35 0 16,-70 0-1,-18 0 1,17 0-1,1 0 1,35 0 0,52 0-16,19 0 15,-36 0 1,53 18 0,-106-1-1,53 1 16,35-18-31,1 0 16,-36 0 0,35 18-1,-17-18 1,35 17 0,-35 1-1,17-18 1,-17 17-1,35 1 1,-36 17 0,19-17-1,-18 35 1,35-35 0,-18-1-1,0-17 32,18 18-31,-17-1-1,17 1 1,-18-18 0</inkml:trace>
  <inkml:trace contextRef="#ctx0" brushRef="#br0" timeOffset="169345.08">22137 723 0,'0'53'109,"-18"18"-93,18-18-1,0-36 16,0 1 1,0-1-1,0 1-15,0 0 30,0-54 33</inkml:trace>
  <inkml:trace contextRef="#ctx0" brushRef="#br0" timeOffset="169744.12">22102 494 0</inkml:trace>
  <inkml:trace contextRef="#ctx0" brushRef="#br0" timeOffset="170636.14">22454 353 0,'0'35'93,"0"0"-77,0-17-16,0 0 16,-17 17-16,17-17 15,-18 17 1,18 0-16,0 0 15,0 18 1,0-35-16,0 0 16,0 34-1,0-16-15,0 52 32,0-18-17,0-52 1,0 35-16,0 0 31,0-18-15,0 18-1,0-35 1,0-1 0,18-17 62,-18-35-16</inkml:trace>
  <inkml:trace contextRef="#ctx0" brushRef="#br0" timeOffset="171545.71">22348 811 0,'53'0'141,"0"0"-125,-17 0-1,-1 0 1,0 0 0,-17 0-1</inkml:trace>
  <inkml:trace contextRef="#ctx0" brushRef="#br0" timeOffset="172982.69">23054 406 0,'-35'0'157,"-1"0"-126,19 17 0,17 1-15,-18-18-16,18 35 31,-17 1-15,17-19-16,-18 18 15,18 18 1,0-17-1,-18-19 1,18 19-16,0-19 16,0 18-1,0 18 1,0-17 0,0-19-1,0 19 1,0-1 15,0 0-15,0-17-1,0 52 1,0-34 0,-17-36-1,17 17 16</inkml:trace>
  <inkml:trace contextRef="#ctx0" brushRef="#br0" timeOffset="173713.23">22789 847 0,'53'0'125,"0"0"-110,18-18 1,35 0 0,-71 18-1</inkml:trace>
  <inkml:trace contextRef="#ctx0" brushRef="#br0" timeOffset="175631.85">23865 794 0,'0'-18'78,"0"-17"-47,-35 0-15,0-1 0,0 19-1,-36-1 1,53 18-1,1 0 48,-36 0-32,18 18 0,17 17 1,-17-35-17,35 35 1,-18-17 0,0 17-1,18-17-15,-17 17 16,17-17-16,0-1 15,0 1 1,0 0-16,0 17 16,0-18-1,-18 19 17,18-19-17,-18 1 32,18 0-31,-17-1 15,-1-17-15,1 0-1,-19-17 1,36-1-1,-17 0 1,-1-17-16,18 17 16,0 1-1,0-18 1,-18-1 0,18 1-1,0 17 1,0 1 15,0-1-31,0 0 31,0 1 16,0-1-31,18 18-1,0 0 32,17 35-31,-17-35 0,-1 18-1,1 0-15,-1-18 31,1 17 1,-18 1-32,18-18 15,-18 18 1,17 17 0,1-17-1,-18 17 1,0 0-1,18-35-15,-18 18 16,17-18 0,1 17 15,-18 1-15,18-18-16,17 0 46,0 0-30,0 0 15,-17 0-15,0 0 0,-1 0-16,19-18 140,-19 18-140</inkml:trace>
  <inkml:trace contextRef="#ctx0" brushRef="#br0" timeOffset="176249.33">24095 811 0,'17'0'125,"36"0"-110,35 0 1,-35 0-1,0 0 1,-35-17 0,0 17-1,-1 0 17</inkml:trace>
  <inkml:trace contextRef="#ctx0" brushRef="#br0" timeOffset="176947.88">24183 900 0,'35'0'156,"0"0"-140,36 0 0,-36 0-1,-17 0-15,0 0 16,-1 0 31,1 0-32,-1 0-15,1 0 32</inkml:trace>
  <inkml:trace contextRef="#ctx0" brushRef="#br0" timeOffset="177731.55">24359 547 0,'0'35'78,"106"36"-47,-18-18 1,-88-1 77,0-16-109,-17 17 16,-72 52-1,54-69-15,18-1 16,-19 18-1,1-18 1,35-17-16,0 0 31</inkml:trace>
  <inkml:trace contextRef="#ctx0" brushRef="#br0" timeOffset="179214.96">24659 1252 0,'0'18'31,"0"-53"79,0-142-79,18-17 0,-1 88-15,-17 54-16,18-19 15,0 18 1,-1 35 0,-17-17-1,18 18 1,0-1-1,-1 18 1,-17-18 15,18 18-15,0 0 0,-1 0-1,18 53 16,-17 0-15,-18-18 0,0 1-1,0-19 1,0 1 0,0 0 15,0-1 125,106 18-125,-53 1-15,-36-19 0,1-17-16,-18 18 15,18 0 1,-18-1-1,0 1 1,0 0 0,-36-1-1,19 1-15,-89 17 32,35-35-17,1 0 1,17 0 15,35 0-31,-17 0 16,17 0-1,-17-18-15,35 1 16,-17 17 0</inkml:trace>
  <inkml:trace contextRef="#ctx0" brushRef="#br0" timeOffset="181837.75">26141 635 0,'17'0'31,"-17"-35"79,-35 17-79,0 18-31,17 0 31,-17 0 0,0 88 1,35-17-17,0-54 1,0 19 0,0 17-1,0-18 1,0-17-1,17-1 1,19-17 0,-1 0-1,0-17 1,-17-19 0,-1-34-1,-17 34 1,0 1-1,0-18 17,0 36-17,18 105 79,-18-35-78,35 17-16,1-34 0,-36-19 15,17 18 1,1-35 0,0 0 30,-1 0-14,18-52-17,-17-1-15,0 0 16,-18-18 0,17 36-16,-17 17 31,0 71 31,53 88-30,-35-105-32,0-19 31,-1-17-31,19 18 15,-1-18 17,-18 0-17,19-35 1,-36 17-16,35-53 16,-17 1-1,-1 35-15,-17 17 16,0 0-1,0 1 1,-17 17 15,-19 17 1,1 1-17,17-18 1,1 35 15,17-17-15,0 52-1,0-17 1,0-35 0,0 17-1,35-17 1,36-18-1,52 0 1,-88 0 0,-17-35-1,17-18 1,-17-36 0,0 37-1,-18-178 16,0 36 1,0 124-17,0 52 1,0 36 46,0 35-46,0 35 0,0-18-1,0-17-15,0 18 16,17 70 0,1-71-1,17-17 1,-17-35 31</inkml:trace>
  <inkml:trace contextRef="#ctx0" brushRef="#br0" timeOffset="183135.74">27711 1270 0,'0'35'31,"0"-17"-15,0-36 62,0-105-47,0-124 0,0-71 0,17 213 1,-17 87-17,18 18-15,-18-18 16,18 18 0,-1-17-1,1 17 16,-18 141 32,0-18-32,0-105-31,0-1 31,0 1-31,0 0 32,70-18 61,54 17-77,-106-17 0,-18 18 15,0 0-15,0-1-1,-212 1 1,124-18 15,35 0-15,35 0-16,0 0 31</inkml:trace>
  <inkml:trace contextRef="#ctx0" brushRef="#br0" timeOffset="183614.73">28240 617 0,'17'0'47,"89"0"-31,-53-17-16,35 17 15,54-18 1,-72 0-1,-52 18-15,-36 0 79,-17 36-64</inkml:trace>
  <inkml:trace contextRef="#ctx0" brushRef="#br0" timeOffset="184149.4">28222 811 0,'35'0'109,"124"0"-93,0-17 0,-71-1-1,-70 18-15,-1-18 16,-17 1 124,0-1-140</inkml:trace>
  <inkml:trace contextRef="#ctx0" brushRef="#br0" timeOffset="184982.58">28540 388 0,'35'53'63,"-35"-35"-47,88 70-1,18-18 1,-88-52-16,17 0 15,-17-18 1,-18 17 47,0 1-1,0 17-46,0 18-1,-71 53 1,0-18 0,19-17-1,34-36-15,0-17 16,18-1-1,36-34 189</inkml:trace>
  <inkml:trace contextRef="#ctx0" brushRef="#br0" timeOffset="186292">29439 476 0,'0'18'62,"-35"123"-30,17-70-17,1-36 1,17 0-16,-18-17 31,-17-1 0,17-17-15,-17 0 0,17 0-1,1 0 17,-1 0-17,18-70 16,0 35 1,0-1-17,0 1 1,0 0-16,0 17 16,0-17-1,18 35-15,-18-18 16,17 18-1,1 0 48,35 53-32,-36-18-31,1 1 16,17 17 15,-17-1-15,0-16-1,-18-19 1,35 1 0,-17 0 62,34-18-47,-34-18 0,-18 0 63</inkml:trace>
  <inkml:trace contextRef="#ctx0" brushRef="#br0" timeOffset="187071.63">30498 706 0,'141'0'109,"-106"0"-62</inkml:trace>
  <inkml:trace contextRef="#ctx0" brushRef="#br0" timeOffset="187452.93">30427 917 0,'-18'0'156</inkml:trace>
  <inkml:trace contextRef="#ctx0" brushRef="#br0" timeOffset="188065.79">30445 917 0,'17'0'62,"19"0"-46,-1 0-16,53 0 16,-53 0-1</inkml:trace>
  <inkml:trace contextRef="#ctx0" brushRef="#br0" timeOffset="188814.87">30392 1111 0,'17'0'109,"1"0"-93,35 0 0,0 0-1,17 0 1,-17 0-1</inkml:trace>
  <inkml:trace contextRef="#ctx0" brushRef="#br0" timeOffset="190104.94">31926 265 0,'0'0'0,"-17"35"15,17-18-15,-18 19 16,18 34 0,-18-34-16,18 17 15,0-18-15,-17 0 16,-18 89 15,-1-54-15,19-35-1,-19-17 1,19 0 0,-36-1-1,0-17 1,-18-17-1,71-1 1,-17 18-16,-1-35 16,0-1-1,18-16-15,0 34 16,0-17 0,0 17-1,18 18-15,-18-18 16,18 1-1,-1 17 32,1 0-31,17 0 0,18 17-1,0 54 1,0-1-1,-18-34-15,-17-1 16,0 0 0,-18-17-1</inkml:trace>
  <inkml:trace contextRef="#ctx0" brushRef="#br0" timeOffset="190656.98">32403 653 0,'17'0'94,"19"-18"-79,69 0 1,125 1 0,-89-1-1,-88 18 1</inkml:trace>
  <inkml:trace contextRef="#ctx0" brushRef="#br0" timeOffset="191348.76">32685 847 0,'35'0'141,"53"0"-126,18 0 1,-35 0 0,-54 0-1,1 0-15,-124 0 172,36 53-156,17-36-1,35-17 1</inkml:trace>
  <inkml:trace contextRef="#ctx0" brushRef="#br0" timeOffset="192279.92">32526 159 0,'0'53'31,"-35"52"-15,0-34-16,-36 0 15,71-18-15,-123 141 32,105-124-1,0-35 0,18 1 16,0-19-31,18-17-16,0 18 15,34 17 1,-34-35-16,17 18 15,36-1 1,17 19 0,-70-36-1,-1 0 1,1 17 0,-18 1 77,18-18-77,-1 18 0,107-71 30</inkml:trace>
  <inkml:trace contextRef="#ctx0" brushRef="#br0" timeOffset="193097.42">33002 300 0,'0'53'32,"0"-36"-17,0 1 1,18 17 0,0-17-1,35 17 32,-36-17-31,1 17 15,17 0-15,-35-17-16,0 0 31,0 17-16,0-17 1,0 35 0,0-18-1,0 18 1,0 0 0,-18-36-1,18 19 1,-17-19 15,17 1-15,0-1 124,17 19-124,-17-19 0,18 1-16</inkml:trace>
  <inkml:trace contextRef="#ctx0" brushRef="#br0" timeOffset="194620.76">33161 1411 0,'0'-18'93,"0"-52"-77,0-54 0,-18 1-1,18 17-15,0 53 16,0-88-1,0 53-15,0-88 32,0 87-17,0 54-15,0 0 16,0-18 0,18 53-1,-18-18 1,0 1 31,18 17-16,-1 0 0,36 0-15,-35 0-16,0 0 15,-1 35 1,-17-18-16,0 36 16,0 36-1,0-36 1,0-18 0,0-18-1,18-17 235,-1 0-172,-17 53-62,0-17 0,0-19-1,0 19 1,-17-19 15,-1 1-15,1-18-1,-1 0 1,0 0 0,1 0-1,-1 0 1,0 0 31</inkml:trace>
  <inkml:trace contextRef="#ctx0" brushRef="#br0" timeOffset="199396.98">27040 7514 0,'0'71'250,"-35"158"-235,17-141 1,-34 142 0,52-125-1,-18-69 16</inkml:trace>
  <inkml:trace contextRef="#ctx0" brushRef="#br0" timeOffset="-163799.64">0 11836 0,'0'-71'469,"0"-17"-469</inkml:trace>
  <inkml:trace contextRef="#ctx0" brushRef="#br0" timeOffset="-157583.85">2011 8132 0,'0'17'63,"17"1"-16,72-1-16,87-17 0,-123 0-15,18 0 0,-19 0-1,1 0-15,-35 0 16,105 0-1,-52 0 1,123 0 0,-70 0-1,34 0 1,-52 0 0,0 0-1,-36 0-15,107 0 31,52-17 1,-70-1-1,-106 1-15,-18 17-16,0 0 15,-17 0 1,0 0-1,17-18 1,0 18 0,18 0-1,-18 0 1,-35-18 46,0 1 32,0-19-78,0-17-1,0 0 1,0-17 0,0-1-1,0 54-15,0-19 16,0-69 0,0 69-1,-17-87 1,17 70-16,-18-18 15,18 18 1,0 1 0,0 34 15,0 0 16,0-17 15,0 17-46,0 1 0,0-1-1,0 0 1,0-17-1,0 0 17,0 17-32,-17 18 62,-19 0-46,-34 0-1,-54 0 1,18 0 0,-70 18-1,-18-18 1,70 18 0,-34-18-1,52 0 1,0 0-1,53 0 1,0 0 0,18 0-16,-106 0 31,88 0-31,-18 0 16,-34 0-1,69 0-15,-17 0 0,0 0 16,1 0-1,-37 0 1,-34 0 0,17 0-1,18 17 1,0 18 0,17-17-1,53 0 1,1-18-1,-36 0 1,18 0 0,-71 17 15,70-17-15,36 53 202,0 18-202,0-1 0,0 19-1,0-19 1,0 89-1,0-141 1,0 34 0,0-34-16,0 17 15,0 1 1,0-19-16,0 19 0,-17 34 31,17-35-15,-18 1-1,18-19 110,0 1-78,0 0-31,0-1 0,0 1-1,0 17 1,0-17 15,18-1 328,70-17-343,36 18 0,-72-18-1,-34 0-15,0 0 16</inkml:trace>
  <inkml:trace contextRef="#ctx0" brushRef="#br0" timeOffset="-119023.72">15169 10601 0,'177'0'125,"-1"0"-94,-88-18-15,1 18 0,-1 0-1,-18-17 1,19 17-1,34 0 1,0 0 0,1 0-1,52 0 1,-52 0 0,17 0-1,-53 0 1,18 0-1,0 0 1,-36 0 0,71 0-1,1 0 17,-72-18-32,71 0 15,-17 18 1,-36 0-1,53-17 1,-35 17 0,53 0-1,-71 0-15,-71 0 16,142 0 0,-88 0-1,-36 0-15,18 0 16,17 0-1,1 0-15,-18 0 16,194 0 0,-53 0-1,0 0 17,-18-18-17,-52 18 1,17-18-1,124 1 1,-89 17-16,0 0 16,1 0-16,-89 0 15,212 0 1,-177 0-16,-35 0 16,89 0-1,-54 0-15,-35 0 16,283 0-1,-177 0 1,-18 0 0,-52 0-1,-18 0 17,17 0-17,18 0 1,-70 0-16,-1 0 15,-17 0 1,-18 0 0,-17 0-16,17-18 15,1 18 1,-19-17 0</inkml:trace>
  <inkml:trace contextRef="#ctx0" brushRef="#br0" timeOffset="-114835.55">2311 9119 0,'17'0'62,"36"53"-31,-17-18 1,-1-35-17,-18 18-15,1 0 16,17-18-1,1 0-15,-1 0 16,18 0 15,-18 0-31,-17 0 32,-1 0-17,19-18 1,17 18-1,-1-35 1,1 17-16,18-17 31,-18 17-15,-35 18-16,-1-17 16,71-1-1,-52 18 1,52-18-1,-35 18 1,17 0 0,18 18-1,-17 0 17,-18-1-17,-53 19 1,18-36-16,-18 17 15,17 1 1,-17-1-16,0 1 31,0 0-15,0-1 15,18-17 63,17 0-78,-35-17-16,53-1 15,35 0 1,-70 1-1,88 17 1,0 0 0,-1 0-1,-34 0 1,0 0 0,-36 0-1,-18 0 16,19 0-15,-36-18 0,17 18-1,-17-17 17,0-1-32,18 18 31</inkml:trace>
  <inkml:trace contextRef="#ctx0" brushRef="#br0" timeOffset="-111752.87">4075 8308 0,'0'35'125,"0"0"-109,0-17 0,-36 35-1,19 0 16,-19-35-15,1-1 15,17-17 1,1 0-32,-1 0 15,1 0 141,17-17-124,0-36-1,0 35 0,0 0-15,17 18-1,18 0 32,18 0-31,0 0 0,-17 0-1,-19 0 1,1 0-16,-18 18 47,17-18-32,1 18-15,-18 17 16,18-35 0,-1 35-1,1-17 1</inkml:trace>
  <inkml:trace contextRef="#ctx0" brushRef="#br0" timeOffset="-109498.22">6227 8661 0,'0'-18'125,"0"0"-110,0-35 1,0-17-1,17-1 1,1 36 0,-18 17-16,17 1 15,-17-18 1,18 35-16,-18-18 16,0 0-16,18 1 15,-18-1 48,0 0-32,0 1-31,17 17 31,1-18-15,-18 0 15,18 18-15,-1 0-16,1 0 31,17 18 16,-17 0-32,-1-1 1,1 19 0,-18-19-1,0 1 17,0 0-17,-18-1 1,1-17-1,17 18 1,35-18 109,53 0-94,-70 0-31,0 0 32,-1 0-17,1 35 16,-18 18-15,0 0 15,0-35 1,-53-1-17,18-17 1,-142 0-1,160 0 1,-54-17 0,53 17 15,18-18-15</inkml:trace>
  <inkml:trace contextRef="#ctx0" brushRef="#br0" timeOffset="-106622.97">3228 9331 0,'0'18'78,"0"70"-46,-18-71-17,-17 19 1,-18-19-1,18-17 1,17 0-16,1 0 16,-54 0-1,36 0 1,17 0 15,0-35 0,18 0-15,0 0 0,0-1-1,18 1 17,0 17-17,17 18 1,-35-17-1,35 34 48,-17 36-47,52 18-1,-34-1 1,-19-34-1,19 17 1,-19-53 15,19 17 110,34-17-125,-52 0-16,-1 18 15,36-18 1,-35 0 31,-18-18-16</inkml:trace>
  <inkml:trace contextRef="#ctx0" brushRef="#br0" timeOffset="-105512.52">3334 9296 0,'0'17'109,"0"36"-93,-18-35 0,18 17-1,-18 0 1,1-35 0,-1 53-1,1-35 16</inkml:trace>
  <inkml:trace contextRef="#ctx0" brushRef="#br0" timeOffset="-93238.2">8590 9155 0,'18'17'94,"52"36"-63,1 0-15,-18-18 15,-18-17-15,53 53-1,-35-1 17,-35-70-32,-1 35 0,19-17 31,-19 17-16,1-35 1,-18 18-16,18 0 31,-1-1-15,1-17-16,-18 18 31,35-1-15,-35 1-1,-35-18 126,-53-35-125,52 35-16,-16-18 15,-37-52 1,72 52 0,17 71 249,88 53-234,-35-53 1,-18-18-1,-35-53 63,0-88-63,0 71-31,0-18 16,0 36-16,0-1 15,0 0-15,0 1 16,0-1-1,0 0 1,0 1 31,0-1-16,0 1-15,0-1 31,-35 18 93,-18 18-108,35-1-17,1 1-15,-1-18 16</inkml:trace>
  <inkml:trace contextRef="#ctx0" brushRef="#br0" timeOffset="-88358.17">9507 9207 0,'18'18'172,"17"0"-156,1-1-1,16 19 1,1-19 0,0 1-1,-35-18-15,0 18 16,17-1-16,-18 1 16,1 0-1,0-18-15,-1 17 16,19 1-1,-19-1 1,1 1-16,70 17 16,-53-17-1,-17 0 17,0-18-17,-18 17 1,17 19-1,1-36 1,0 17 0,-18 1-1,17-18 1,-17 17 0,18 1 15,0 0-16,-18-36 79,0-17-78,0 0-1,-36-36 1,19 36-16,-1-1 16,-17-16-16,17 34 15,18-17 1,0 70 140,18 18-140,-18-18-16,53 71 15,-36-71 1,19 36 0,-1-36-1,-18-17 1,-34-18 125,-18 0-126,-18 0-15,-18-18 16,53 18-1,1 0 142,-1 18-126,18-36 78,0-53-93,0 36-16,0 0 16,0 0-16,0-1 15,18-52 1,-18 35-1,17 53-15,-17-17 0,0-1 16</inkml:trace>
  <inkml:trace contextRef="#ctx0" brushRef="#br0" timeOffset="-87120.07">10460 9172 0,'0'0'0,"-18"18"15,18-1 16,71-17 126,88 0-142,-71 0-15,-53 0 16,53 0-16,-53 0 16,1 0-16,34 0 15,-52 0 1,17-17-16,-17 17 15,35 0 1,70-18 15,-52 18-15,-36 0 0,-17 0-1,35-17-15,-36 17 16,71 0-1,-70 0-15,35 0 16,0 0 0,-18 0-16,0-18 15,1 0 1,-19 18 15</inkml:trace>
  <inkml:trace contextRef="#ctx0" brushRef="#br0" timeOffset="-84616.02">12471 9172 0,'0'18'47,"0"-1"0,0 19-16,0-1-15,0-17-1,0 17 1,-18 0 0,0 1-1,1-1 1,17-18-1,0 1 1,-18 0 0,0-1-1,1 1 17,-1-18-1,1 0 0,-1 0 0,0 0-15,1 0 0,-19-35-1,36-1 1,-17 19-1,17-1 1,0 1-16,0-1 16,0 0-1,0-17 17,0 17-1,17 18-16,1 0 32,0 0 0,35 36-16,-18-1-15,18 18 0,-18-18-1,-17-35 1,-18 18-16,35 17 62,-35-17-30,18-18-1,-1 0 94,1 0-94,0 0 32</inkml:trace>
  <inkml:trace contextRef="#ctx0" brushRef="#br0" timeOffset="-59607.65">23283 11201 0,'53'0'93,"106"0"-61,-124 0-32,89 0 31,-36 0-16,18-18 1,-53 0 0,0 1-1,-53-1 157,0 53-16,-18-17-140,-17 70 0,35-70-1,0 0 1,0-1 15,-18 36 16,18-35-31,0 17-1,0-17 1,0-1-16,0 1 31,0 0 47</inkml:trace>
  <inkml:trace contextRef="#ctx0" brushRef="#br0" timeOffset="-57817.09">24236 10954 0,'-18'0'15,"1"35"1,-1-17-16,-17 35 31,17-1-15,18-34-1,-18 0 1,1-1 15,17 19-15,-18-19-1,0 1 1,1 0 0,17 17-1,0-17 1,0 17 0,0 0-1,0 18 1,0 0-1,0-18 1,0-17 0,0 35-1,0-36 17,17 19-17,1 17 1,-18-1-1,18-52-15,-18 36 16,17-1-16,1-35 16,-18 53-1,18-53-15,-1 0 0,-17 18 16,18-1-16,0 1 31,-1 0 0</inkml:trace>
  <inkml:trace contextRef="#ctx0" brushRef="#br0" timeOffset="-54431.94">17604 11871 0,'17'0'140,"19"0"-124,105 0 15,35 0-15,-105 0-16,17 0 15,176 0 1,-193 0 0,88 0-1,-89 0-15,36 0 16,53 0 0,-53 0-16,158 0 15,71 0 1,195 0 15,-336 0-15,88 0-1,-35 0 1,-177 0 0,36-18-1,-18 18-15,89-17 16,-36-1-1,-53 18-15,-17 0 16,52 0 0,-52 0-16,-1 0 15,89-18 1,-106 18 0,-18 0-1,18 0 16,-18 0-15,-17 0 0,17 0-16,-17 0 15,-1 0 1,1 0 15</inkml:trace>
  <inkml:trace contextRef="#ctx0" brushRef="#br0" timeOffset="-38577.24">23548 11042 0,'0'-18'187,"18"1"-171,-18-19-1,35 1 1,-35 0 0,17 0-1,1 17 1,-18 0 15,18 1-15,-1 17-1,1 0 1,-18-18 0,35 0 15,-17 1-16,17-1 1,0 0 0,1 18-1,-19 0-15,1-17 16,0-1-16,-1 18 16,19-17-1,-19 17-15,1 0 31,0 0-15,-1 0 15,36 0-15,18 0 0,-18 0 15,-36 0-16,1 0 1,-1 0-16,1 0 31,17 0-15,-35 17 0,36 1-1,-36-1 1,35 19-1,-17-1 1,17-17 0,-35-1-1,17 1 1,-17 0 0,18-1 15,0-17-16,-18 35 1,0-17 0,17 17-1,-17-17 17,0 0-17,-17-1 63,-19-17-62,1-35 15,18 17-15,-1-17-1,18 17 95,-18 1-95,18-1 17,0 1-1,18 34 94,35 18-109,0-17-16,-18 17 15,18-17 1,-35 0-1,35-18 189,-18-36-189,-35 1 1,0 0-1,0 17 1,0-17-16,0 17 31,-35 18 157,-36 0-173,53 18-15,-35 0 16,36-1 0,-1 1 15</inkml:trace>
  <inkml:trace contextRef="#ctx0" brushRef="#br0" timeOffset="-35236.68">23636 11007 0,'18'-36'78,"-1"-17"-62,-17 1 0,36-19-1,-19 18 1,36-17-1,-35 34 1,35 1 0,-36 17-16,1-17 15,53-18 1,-54 35 0,54 1-1,-18-36 1,35 18-1,0-1 1,0 19 0,-17-1-1,-1 0 1,1 1 0,-18-1-1,0 1 1,-18 17-16,0 0 15,18 0 1,18 0 15,-36 0-15,36 0 0,-1 35 15,18-18-16,1 1 1,-36 0-16,-18-1 16,0-17-16,0 18 15,-17-18-15,17 0 16,18 18 0,0-1-16,-35 1 15,88 17 1,-71-17-1,-18-18-15,19 17 16,34 1 0,-52 0-1,17-18 1,1 17 0,-19 1 15,1 0-31,-1-18 15,19 17 1,-19 1-16,1 0 16,17-1-1,-35 1-15,0 0 16,18-18 0,0 17-1,-18 1 16,17-18 32,-34 0 109,-72-71-141,72 36-31,-19 0 31,19 17 1,-1 18 14,1 0-14,-1 0-17,-35 0 1,-35 0 0,52 0-16,19 0 15,-36 0 1,88 0 218,124 53-203,-141-53-31,17 0 16,-35 18 0,35-1-1,0 1 1,-17-18 0,17 18 15,1-1 0,-19-17-15,1 18-1,17-18 1,-17 0 15,-1 0-15,1 0-1,0 0 1,-1-53 125,-17 0-126,0-18 1,0 18 0,0 36-1,0-1 1,0 1-1,-123 52 204,-53 35-203,52-52-1,18 17 1,89-35 0</inkml:trace>
  <inkml:trace contextRef="#ctx0" brushRef="#br0" timeOffset="-30971.64">25400 10918 0,'0'0'0,"-18"0"125,-70 0-94,53 0-31,-71 0 32,88 0-17,-17 0 1,35 18 0,-18-18-1,1 0-15,-18 18 31,17 17-15,-17-35 0,35 35-1,-18 1 17,0-19-1,1 18-16,17-17 1,0 0-16,-18-1 16,18 19-1,-18-36-15,18 17 16,0 19 0,0-19-1,0 19 1,0-1-1,0 0 1,0-17 0,18-1-1,-18 1 1,0 0 0,0-1-1,18 1 1,-1 0-1,1-1-15,-18 18 16,35 1 0,-17-19-1,0 1 1,-1-18 0,-17 18-1,35-1 1,-17-17-1,35 18 1,-35 0 0,-1-18-1,1 0-15,17 17 0,-17-17 16,35 0 15,0 0 0,-36 0-15,1 0 0,53 0-1,-36 0 1,-18-17 0,1-1-1,0 18 1,-18-35-1,35 17 1,-17-17 0,-18-18-1,0 35 1,0-17-16,0 17 16,0-17 15,0 17-31,0-17 15,0 0 1,0 0 0,0-1-1,0 19 1,0-1-16,0 0 16,0-17-1,0 17-15,0 1 16,0-19-1,0 1 1,-18 0 0,0 17-1,1 1 1,-1-36 31,0 53-32,1 0-15,-1 0 0,18-18 32,-17 18-17,-1 0-15,-35-18 32,0 18-17,35-17 16,1 17 32</inkml:trace>
  <inkml:trace contextRef="#ctx0" brushRef="#br0" timeOffset="-28603.52">25471 11765 0,'0'35'94,"17"36"-78,1-36-1,35 36 1,17-1 0,1 19-1,35-19 1,17 1 0,18-1 15,71 18-16,-71-52 1,88 17 0,-140-36-16,-1 19 15,194-19 1,-141-17 0,-53 0-1,0 0 1,18 0-1,71 0 1,-71 0 0,-1-17-1,-52-1-15,0 0 16,18 1-16,52-36 31,-52 0-15,-36 35-16,0 0 15,142-34 1,-71 16 0,-18 19-1,0-19 1,0 1 0,18-18-1,0 18 1,-18 17-1,18-17 1,-53 17-16,-36 1 16,72-36-1,-37 35 1,-16 1-16,17-1 16,88-88 15,-106 71-16,0-1 1,-17 1 0,0-18-1,17 18 1,-17-18 0,-1 53-16,1-18 15,-18 1-15,0-1 16,17 1-1,-17-1 1,18 18 0,-18-18 15,0 1-15,-70 17 155,-54 17-139,54 1-1,105-18 141,18-18-157,-18 1 1,-35-1 0,35 0-1,1 18 1,-1 0 0,-18-17-1,19 17-15,-19 0 16,-17 88 140,0 35-125,0-17 1,0-71-1,-17-35 63</inkml:trace>
  <inkml:trace contextRef="#ctx0" brushRef="#br0" timeOffset="-12300.55">2346 11095 0,'0'-53'187,"0"18"-171,0 17 0,18-17-1,-1 17 1,-17-17-1,0 17 17,0 1-17,18-1 1,-18 0 0,18 1 15,-18-1-16,0 0 1,17 1 0,1 17 15,-18-18-15,17 0 15,1 1-16,0 17 1,-18-18 0,17 18-1,19-17 1,-1 17 0,0-18-16,0 0 31,-17 18-31,17-17 15,1 17 1,-19 0-16,19 0 16,-1 0-1,-18 0 1,1 0 0,0 0-1,17 0 1,-17 0-16,-1 0 31,1 0-15,17 0-1,-17 0 1,17 0 15,0 0 0,1 17-15,-19-17 0,1 18-1,-18 0 32,0-1 31,18 1-62,-1-1 0,-17 1 30,0 0-30,18-18 15,-18 17 1,0 1-1,0 0 78,18-18-78,-18 17 16,0 1 0,0 0 16,0-1-32,17 18 0,-17 1 0</inkml:trace>
  <inkml:trace contextRef="#ctx0" brushRef="#br0" timeOffset="-4482.66">2628 12929 0,'35'0'219,"1"0"-203,-1 0-1,0-17 1,-17 17 0,-71 0 187,-35 0-188,70 0-15,-17 0 16,-36 17 0,36-17-1,53 0 267,105 0-251,-88 0-16,-17 0 17</inkml:trace>
  <inkml:trace contextRef="#ctx0" brushRef="#br0" timeOffset="3172.83">4163 11518 0,'17'0'62,"-17"35"16,-17-17-62,17 0-16,-18-18 15,-52 53 1,17-36 0,17-17-1,19 18 1,-1 0 0,-105 17 30,70 0-30,0 0 0,0-35-1,18 36 1,17-19 0,0-17 15,18 18-16,-17-18-15,-1 18 16,0-18 0,1 17-16,-19 1 31,19-18-15,17 18 109,0-36-47,88-176-47,-88 141 0,0 35 94,0 1-109,0 70 124,0-18-124,-18 35 0,1-17-1,17-35 1,0 0 0,0-1 46,-18 1-46,18 0-1,0-1 48,0 1-48,0-1 32,177-17 78,-36 0-93,-124 0-32,-34-35 218,-36-18-202,17 0 0,1 18 15,18 17-31,-1-17 31,0 17-15,18 1-16,-17 17 15,-1-18 1,0 18 46</inkml:trace>
  <inkml:trace contextRef="#ctx0" brushRef="#br0" timeOffset="10970.22">2346 11112 0,'0'-35'234,"18"0"-203,-1 17-15,1 1-16,-18-1 31,18 18-15,-18-18-1,17 1 1,1-19 46,-1 19-46,1-1 0,-18 1-1,18-1 1,-1 0 0,1 1-1,0 17 1,-1 0-16,-17-18 15,0 0 1,18 18 0,0 0-1,-18-17 48,17-1-16,1 18-32,-1-18 1,1 18 0,0 0-1,-18-17 1,35-1-1,-17 18 1,-1 0 0,1 0-1,0 0 1,17-17-16,18 17 16,0 0 15,0-18-31,-36 18 0,19 0 15,-1 0-15,18 0 32,17 0-17,-52 0 1,17 0 0,0 0-1,1 0 1,-1 0-16,18 0 31,-18 0-15,0 0-1,1 0 1,-1 0 0,0 0 15,1 0-16,17 0 1,17 0 0,1 0-1,-18 0 1,-36 0 0,1 0-1,-1 0 1,1 0-1,17 0 1,1 0 0,-1 0-1,-17 0-15,17 0 16,-18 0 15,36 0-31,-35 0 31,17 0-15,1 0 0,34 0-1,-35 0 1,-17 0-16,17 0 31,-17 0 0,0 18-15,-1-18 0,36 17-1,-18 1 1,-17-1 0,53 1 30,-54 0-30,1-18-16,-18 17 16,18-17-1,-18 18 17,35 35-17,-18-35 1,19 17-1,-36-18 1,0-34 375,0-1-360,-18 1-15,0 17-1,-34-18 1,-1 18-16,17-18 15,19 18 1,70 0 359,-18 0-359,35 36-16,-17-19 15,0 18 1,-53-70 281,0 18-282,0-19-15,0 1 32,18 17-1,-18-17 0,0 17 0,0 1-15,18-1 31,-18 1 15,0 34 110,-106 36-156,18 0 0,70-53-1,0 0-15</inkml:trace>
  <inkml:trace contextRef="#ctx0" brushRef="#br0" timeOffset="14384.18">3863 12965 0,'18'0'110,"70"0"-79,-71 0-15,36 0-1,-17 0 1,-36-18-16,17 18 31,1 0 0,35 0-15,-18 0 0,0 0-1,18 0 16,0 0-15,-35 0 0,17-18-1,-17 18-15,17 0 16,-17 0 0,-1 0-1,1 0 32,17 0-31,0 0-1,18 0 1,0 18 15,-17 0 0,-19-18 1,18 0-17,-17 0-15,0 0 16,-1 0 0,1 0-1,-18-18 266</inkml:trace>
  <inkml:trace contextRef="#ctx0" brushRef="#br0" timeOffset="22921.53">5256 13070 0,'53'-17'94,"18"17"-63,-1-18-15,-52 18-16,17 0 16,54-18-1,-37 18 1,-16-17-1,-1 17 1,-17 0 0,17 0-1,18 0 1,-18 0 0,0 0-1,1 0 1,-19 0 15,1 0-15,17 0-1,0 0 1,18 0 0,0 0-1,36 0 1,-37 0-1,-16 0 1,-1 0 0,0 0 124,-17 0-124,0 0 15,-1 0 16,1 0-16,-1 0-15,1 0 78,-18-18-47,18 1-16,-1-1 0,-17 0 0,18 1 1,-18-1 46,0-17-47,0-18 0,0 18-15,0-36-1,0 18 1,0-17 0,0 17-1,0-18 1,0 18 0,0 35-1,0 1-15,0-18 31,0 17-31,0 0 16,0 1 0,0-1-16,0 0 0,0 1 15,0-19 1,-18 19 0,18-18-1,0-1 1,0 1-1,0 17 1,0-17 78,0 17-47,0 1-16,0-1 0,-35 18 94,-106 0-94,18 0-15,-1 0 0,36 0-1,17 0 1,18 0 0,36 0-16,-1 0 15,-17 0 1,17 0-1,-17 0-15,17 0 16,-70 0 0,35 0-1,-17 0 1,17 0 0,-18 0-1,36 0 1,0 0 15,17 0-31,0 0 47,1 0-16,-1 0-15,-17 0-1,17 0 204,18 18-172,-18-1-31,18 36-1,0-17 1,-17 17 0,17-18 15,0-18-31,0 19 15,0-19 1,0 1 0,0 0-1,0-1 1,0 1 0,0 17-1,0-17 1,0 17-16,0 0 31,0 1-15,0-19-16,0 36 31,0 0-15,0-18 15,0 36 0,0-36-15,0-17-1,0 0-15,0 17 16,0-18 0,0 19-1,0-19-15,0 1 16,0 0-1,17-1 1,-17 19 0,0-19 15,0 1-15,18-1 15,-18 1 0,18-18 110</inkml:trace>
  <inkml:trace contextRef="#ctx0" brushRef="#br0" timeOffset="28395.79">7479 12065 0,'0'35'234,"-18"1"-218,18 16-1,-17 1 1,17-17 0,0 17-1,0-1 1,0 19 0,0-36-1,0 1-15,0 17 31,17-18-31,1-35 16,0 88 0,-1-70-16,1 17 15,35 18 1,-18-18 0,0 0-1,-17-35 1,0 18-1,-1-18 1,1 18 0,-1-1-16,1-17 15,0 18 17,-1-18 77</inkml:trace>
  <inkml:trace contextRef="#ctx0" brushRef="#br0" timeOffset="29944.57">12612 12030 0,'35'17'94,"-17"-17"-79,-1 18-15,1-18 16,0 0-16,-18 18 15,35-1 1,-35 1-16,18-18 16,-1 35-1,1-35-15,-1 35 16,19 18 0,17 18-1,-18-1 16,-35-17-15,35 0 0,-35 36-1,18-37 1,-1 1-16,-17 53 31,18 0-15,-18-71 15,0 18-15,0-18-1,0-17 1,0 0 15,0-1 16,0 1-31,0 0 15</inkml:trace>
  <inkml:trace contextRef="#ctx0" brushRef="#br0" timeOffset="82553.5">5221 13070 0,'0'0'0,"18"0"0,-1 18 0,36 0 16,-17-1 0,16-17-1,-34 0 1,53 0-1,-18 0 17,35 0-17,53 0 1,-123 0-16,52 0 16,36-17-1,-71 17-15,0 0 16,36 0-1,-36 0-15,18 0 16,18 0 0,-1 0-1,19 0 1,-37 0 0,1 0-1,0 0 1,0 0 15,0-18 0,-35 18-15,-1-18 0,-17-35 124,0 18-109,0 0-31,0 17 0,0-70 32,-17 35-17,17-35 1,-18 17 0,18 36-1,0-18 1,0 18-1,0 0 1,0-1 0,18 1-1,-18 17 1,17-17 0,-17 0-1,0-36 16,0 36-31,0 17 32,0-17-17,0 18 1,-35-19 0,17-17-1,18 36 1,-17 17-1,-1 0 126,1 0-125,-36 0-16,-36 0 31,-105 0-15,177 0-16,-54 0 15,-35 0 1,71 0-16,0 0 15,17 0 17,1 0-17,-19 0 1,-17 0 15,18 0-31,17 0 0,-34 0 16,34 0-1,-17 0 17,-1 0-32,19 0 15,-71 0 1,52 0-16,1 0 0,-18 0 31,35 0-15,1 0 124,-1 0-124,0 0 0,1 0-1,-18 0 1,17 0 0,0 0-1</inkml:trace>
  <inkml:trace contextRef="#ctx0" brushRef="#br0" timeOffset="85653.24">5115 11959 0,'-17'0'203,"-1"0"-188,0-17-15,-17-1 16,-18 0-16,36 18 0,-72-35 16,-17 17-1,-17 1 1,70-1-1,18 18 1,35-18 0,-53 18-1,35 0 1,-35-17 0,18 17-1,-35 0 1,17 0-1,0 0 1,-18 0 0,-52-18-1,34 18 1,1 0 0,35 0-16,36 0 15,-107 0 1,36 18 15,17-18-15,-17 17-1,0 1 1,35 0 0,18-18-1,-18 17 1,0 1-1,18 0-15,17-18 16,-70 35 0,70-17-1,-17-18 1,-18 17 0,18 1-1,17-18 1,1 17 15,-1-17-15,18-17 343,0-18-328,35-36-15,-35 36 0,0 17-1,0 124 360,-17-71-359,-1-17-1,0 17 1,18 0 15,0-17 16,-17 17-16,17-17-15,70-18 265,-52-18-281,17 1 16,0 17 0,-17 0-1,0-18 1,-18-17 156,-18 17-157,18-17 1,-18 0 0,1 17-1,17 0 1,-18 18-1</inkml:trace>
  <inkml:trace contextRef="#ctx0" brushRef="#br0" timeOffset="93659.35">3122 12594 0,'35'0'172,"18"0"-157,0 0 1,-35 0 15,-1 0 0,1 0 32,35 0-32,-35 0-15,17 0-1,0 0 1,-17-17 93,52 17-77,-70-18-17,36 18 1,-19 0-1,1 0 17,-18-18 15,0-17 15,0-71-31,-18 88-15,18-17 0,0 0-1,0 0 16,0 17-15,0 0 0,0 1-1,0-1-15,-53 18 297,18 0-281,-88 0 15,34-18-15,72 18-1,-1 0 1,1 0 62,-1 0-62,0 0-16,1 0 0,-36 0 31,35 0-15,0 89 265,18-36-266,0-1 1,0 1-16,0 53 31,0-53-15,0-35 0,0-1-1,0 1 32,0 0 0</inkml:trace>
  <inkml:trace contextRef="#ctx0" brushRef="#br0" timeOffset="96362.65">3298 12718 0,'0'35'157,"18"35"-142,0-34-15,-1-1 16,36 53 0,-17-17-1,-1-18 1,18 17 15,-36-70-15,-17 18-16,18 0 15,35 34 1,-18-16 0,18-19-1,-18 19 1,1-36-1,17 17 1,0-17 0,-36 0-16,18 0 15,36 0 1,-36 0-16,-17 0 16,52 0-1,-52 0 1,0 0 15,17 0-31,-17 18 16,-1-18-16,1 0 15,0 0-15,35 0 16,-1 0 0,-16 0-16,-19 0 15,19 0 1,-19 0-1,-17-18 17,18 1-1,0-1-15,-1 18 15,1 0 16,17 0-32,-17 0 1,17 0 0,-17 0-16,-18 18 31,17-18-16,-17-71 126,-35-88-110,17 124-15,18-18 0,0 35-16,18 107 234,-18-19-218,18-17-1,-1-18 1,1-35-1,-18 18 1,0 0 47,0-1-48,0 1 1,0 0 124,0-1-124,-18 1-16,18 17 16,-17-17-1,-1-1-15,18 19 16,0-1 0,0-17-1,0-1 63,-18-105 47,-35-88-109,36 70 0,-1 18-1,18 70 1,0 0-1</inkml:trace>
  <inkml:trace contextRef="#ctx0" brushRef="#br0" timeOffset="101464.33">3792 12965 0,'36'0'31,"-19"17"-15,1-17 15,17 0-16,18 0 1,35 18 0,-17-18-1,-1 0 1,1 0 0,0 0-1,-1 0 1,18 0-1,-35 0 1,-18 0-16,18 0 31,-17 0-15,-19 0 0,19 0 15,-1 0 0,-35-18 110,0-17-110,0-36-15,0 18-1,0-17 1,0 17-16,0 35 15,0-17-15,0 0 16,0 17 0,0-17-1,0 17-15,0 1 16,-18-36 0,18 17-1,0 19 1,0-19-1,0 1 1,0 18 15,0-19-15,0 19 0,0-19 15,0 19 109,0-19-108,-17 36 93,-54 0-110,36 0-15,-18-17 16,18 17 0,-36 0-1,36 0 1,-1 0-1,1 0-15,-35 0 32,34 0-32,19 0 15,-72 0 1,54-18 0,-35 18-1,17 0 1,17 0-1,19 0 1,-1 0 109,-52-17-94,52 17-31,0 0 32,1 0-17,17 35 313,-18 88-312,18-35 0,0 1-1,0-1 1,0-35 15,0-18-15,0 0-1,0-17-15,18 0 16,-1 17 0,-17 0-16,18 0 15,0 18 1,-18-17-1,17-1 1,1 0 0,-18-17 15</inkml:trace>
  <inkml:trace contextRef="#ctx0" brushRef="#br0" timeOffset="104225.58">5715 14217 0,'71'0'265,"-36"0"-249,-18 0-16,19 0 16,-19 0-1,19 0 1,-19 0 0,1 0-1,0 0 1,17 0 31,18 0-32,-18 0 1,-17 0 0,-1 0-1,1 0 1,0 0 15,17 0-15,-17 0-16,-1 0 15,1 0 1,-1 0-16,1 0 16,-36 0 468</inkml:trace>
  <inkml:trace contextRef="#ctx0" brushRef="#br0" timeOffset="108440.44">6844 14270 0,'35'-18'156,"159"-17"-125,-141 35-15,0-18 0,-35 18-1,35 0 454,35 0-453,18 0-1,-36 18 1,18 0-1,-17-1 1,-36-17 0,0 0-1,-35 18-15,36-18 110,-19 0-95,19 0 1,-19 0 15,19 0-15,-19 0-1,1 0 1,-1 0 78,19 0-63,-36-18 16,0-52-31,0-1-1,0-17 1,0 35-16,0 18 15,0-71 1,0 35-16,-36-52 16,1-18-1,18 70 1,17 18 0,0 36-1,0-1 1,0 0-1,0 1 17,0-1 15,-18 18 78,-35-18-63,-159 18-31,124 0-31,-194 0 32,141 0-17,70 0 1,54 0-1,-1 0 1,-17 0 0,-18 0-1,0 0 1,0 18-16,35-18 16,-70 18-1,70-18-15,1 17 16,-18-17-1,17 0 32,18 18 188,0 17-188,0 1-32,0-1-15,0 18 16,0-36-16,0 36 15,0-17 1,0-1-16,0 0 16,0 0-1,0 1 1,0-1 0,0-17-1,0 35 1,18-18-1,-1 0 17,-17 0-32,18 1 15,-18-19-15,0 19 0,0-1 16,17 0 0,1 18-1,0 0 1,-18-35-1,0-1 1,0 1 0</inkml:trace>
  <inkml:trace contextRef="#ctx0" brushRef="#br0" timeOffset="111435.14">9296 14340 0,'17'0'109,"19"0"-93,17 0-16,193 0 15,-34 0 1,-35 0 0,-19 0-1,72 18 1,17-18-1,-36 0 17,-105 0-32,-35 0 15,70 0 1,-124 0-16,36 0 16,88 0-1,-105 0-15,69 0 16,-16 0-1,-1 0 1,0 0 0,-17 18-1,17-18 1,18 0 0,-1 0-1,72 0 1,-36 0-1,-70 0 1,-1 0 0,106 0-1,-140 0 1,34 0 0,-34 0-1,52 0 1,0 0-1,18 0 1,17 0 0,-35 0-1,-17 0 1,0 0 0,-54 0-16,18 0 15,1 0-15,17 0 16,105 0-1,-34 0 32,-106 0-31,17 0 0,0 0-1,36-18 1,-1 18-1,-35 0-15,-17 0 16,35 0 0,-35 0-16,-1 0 15,1 0 1,0 0-16,-1 0 16,1 0-1</inkml:trace>
  <inkml:trace contextRef="#ctx0" brushRef="#br0" timeOffset="120545.11">2381 15646 0,'18'0'62,"0"0"1,140 0-48,-52-18 1,-35 18 15,-1 0-15,1 0 0,-18-18-1,-18 18 1,-17 0-16,-1 0 15,54 0 1,-54 0-16,19-17 16,87 17-1,-52 0 1,-1 0 0,-17 0-1,18 0 1,-36 0-1,18 0 1,-18 0 0,18 0 15,-35 0-15,-1 0-1,1 0 1,17 0 46,1 0-46,-19 0 0</inkml:trace>
  <inkml:trace contextRef="#ctx0" brushRef="#br0" timeOffset="123720.45">4621 15081 0,'0'-35'188,"0"17"-173,0-17-15,18 35 16,-18-35 0,0-1-1,18 19 1,-18-1-1,0 1 1,0-1-16,0-17 16,0-1-1,0 19 1,0-1 0,17 0-1,-17 1 95,18 17-95,17 17 141,0 54-124,-35-53-17,0 17 1,18-17-16,0-1 16,-18 1-1,0-1 1,17 1-1,-17 0 1,18-18 15,-18 17 1,0 1-1,18-18-16</inkml:trace>
  <inkml:trace contextRef="#ctx0" brushRef="#br0" timeOffset="125252.93">4692 15699 0,'-18'0'47,"36"0"156,52-18-188,-34 0-15,-19 18 16,1-17 0,17 17-1</inkml:trace>
  <inkml:trace contextRef="#ctx0" brushRef="#br0" timeOffset="129025.05">5891 15857 0,'36'0'500,"69"0"-484,-105 18-16,18-18 16,35 0-1,-18 0 1,1 0-1,-19 0 1,19 0 15,-19 0-15,36 18 0,18-18-1,-1 0 1,-52 0-16,17 0 15,0 17-15,1-17 16,87 0 0,-35 0-1,18 0 1,18 0 0,-36 0-1,-18 0 1,1 0-1,35 0 17,-36 0-1,-17 0-31,-17 0 16,122 0-1,-87 0-15,-1 0 16,19 0-1,-54 0 1,-18-17 0,1 17 62,-18-18 578,-18 18-593,1 0-48</inkml:trace>
  <inkml:trace contextRef="#ctx0" brushRef="#br0" timeOffset="131292.37">8678 15910 0,'18'0'422,"35"0"-407,-35 0-15,-1 0 16,1 0 15,-18-17 391</inkml:trace>
  <inkml:trace contextRef="#ctx0" brushRef="#br0" timeOffset="136424.04">11254 13511 0,'0'0'0,"0"-17"16,0-1-1,0 0 17,0 1-17,-18-18 16,-53 17 1,36 18-17,0 0 1,0 0-16,-1-18 0,-17 18 31,-17 0-15,52 0-16,-17 0 15,0 0 1,17 18 0,-35 0-1,18-18 1,17 35 0,-17-18-1,17-17 1,18 18-1,-17-18-15,-1 18 16,0-1 15,-17 19-15,35-19-16,0 1 16,-18 35-1,1-18 1,17-17-1,0 35 1,0-36 0,0 1-1,0 17 1,0-17-16,0 17 31,0-17-15,0-1-1,0 1-15,0 35 32,17-35-32,-17-1 31,18 19-15,17-19-1,1 18 16,-19-35-15,19 0-16,-1 0 31,-35 18-15,17-18 0,1 0-1,0 0 1,35 0-1,-18 18 1,-17-18 15,17 0-15,0 0 15,-17 0 0,17 0-15,-17 0 0,35 0-1,-36-18 1,36-35 0,-35 36-1,-18-19 1,35 19-1,-17-19 17,-18 1-17,17 0 1,1 17-16,-18 1 16,0-54-1,0 36-15,0-1 16,0-52-1,0 71 1,0-19 0,0 19-1,0-1 1,0-17 0,-18 17 15,1 18 0,-1-18 0,0 1 1,1 17-17,-1 0 1</inkml:trace>
  <inkml:trace contextRef="#ctx0" brushRef="#br0" timeOffset="138799.89">13335 13388 0,'-18'0'141,"-70"-18"-110,53 18-31,-71 0 31,53 0-15,18 0-1,-18 0 1,35 0 0,1 18-1,-1-18 1,-17 18 0,17-1-1,0 1 1,1-1-1,-1 1-15,-17 17 32,17-17-32,-17 17 31,17-17-15,1 17-1,-1-17 1,18-1-1,0 1 1,-18 17 0,18-17-1,0 0 1,0-1 0,0 19-1,0-1 1,0-17-1,0 17 1,0 0 15,0 0-15,36 1 0,-19 17-1,1-36 1,-18 1-16,35-1 15,-17 19 1,0-19-16,-1-17 16,54 53-1,-36-53 1,-17 18 0,17 0-1,35-18 1,1 0-1,17 17 17,-52-17-32,-19 0 0,18 0 31,-17 0-15,0 0-1,-1-17 1,19-1-1,-1-17 1,0-1 0,-17 1-1,-1 0 1,-17 17 0,0-35-1,0 0 1,0 18-1,0 0-15,0-18 32,0 18-32,0-1 0,0 1 31,-17 0-31,17-1 16,-18 1-1,1-18 1,-1 18 15,18 17-15,-18 18-1,1-35 1,-19 17 15,-17-17-15,18 18-1,0 17-15,-18-18 16,0 0 15,18 18-15,17-17 0</inkml:trace>
  <inkml:trace contextRef="#ctx0" brushRef="#br0" timeOffset="142455.12">11448 13494 0,'17'0'94,"19"0"-79,-36 17 1,17 1 62,-17 17-62,0 1-1,0-19 1,0 18 0,0-17-1,0 0 17,0-1 30,18 36-31,-1-53-15,1 36 0,0-19-1,-1-17 1,-17 18 31,-17 17-32,17-17 1,0-1 0,0 1-1,0 0 1,0-1 15,0 1 0,0 0-15,0 17 0,0 0-1,0-17 1,0-1-16,0 1 15,0 0 1,0 17 0,0-17 15,0-1-15,0 19 46,17-19-31,-17 1 47,0-1-62</inkml:trace>
  <inkml:trace contextRef="#ctx0" brushRef="#br0" timeOffset="144309.08">8961 13300 0,'0'17'157,"0"1"-142,0 0-15,-18-18 16,18 17-16,0 1 16,-18 0-1,18 17 1,0-18-1,-17 19 17,17-19-32,-18 1 31,18 17 0,0-17-15,0 17-1,0 0 1,0-17-16,0 17 31,0 1 1,0-19-17,18 1-15,-18 0 16,17 35-1,19-36 1,-1 18 0,0 18 15,53 0-15,-52 18-1,-1-54 1,-18 19-1,1-36 79,0 0-63,-1 17 1,-17 1-1</inkml:trace>
  <inkml:trace contextRef="#ctx0" brushRef="#br0" timeOffset="166748.33">9102 14534 0,'0'0'0,"-18"-17"31,0 17-15,18-18 0,0 1 15,-53-1 31,-17-17-30,52 35-32,1-18 15,-19 18-15,19 0 16,-19 0-1,-52 0 17,18 0-1,34 0-15,1 0-1,17 0 16,-17 0-31,18 0 0,-36 0 32,17 18-1,36-1-15,-17-17-1,-19 53 1,1-35-1,35-1 1,-17 19 0,-1-19 15,0 19-15,18-1-1,0-17-15,0 34 31,0 19-15,0-53-16,0-1 16,0 19-1,0-19-15,0 1 16,18 17 0,-18-17-1,18-1 1,-18 1-1,17 17 1,1-17 15,35 17-15,-18 1 0,0-19-1,18-17 1,-35 0-1,35 18 1,-36-18 0,36 0-1,0 0 1,0 0 0,-18 0-1,1 0 1,-19 0-1,1 0 1,0 0 0,-18-18-1,53-17 1,-36 17 0,36-70-1,-35 17 1,-1-17-1,1 18 1,-18 17 0,0-18-1,0 36 1,0 0 0,0-1-1,0 19 1,0-1-1,0 1 1,0-19 0,0 19 15,0-1-15,-18 0-1,18 1 1,-17-1-1</inkml:trace>
  <inkml:trace contextRef="#ctx0" brushRef="#br0" timeOffset="169351.57">5009 14534 0,'18'-35'31,"-18"18"16,-18-1-16,-34 18 0,-19 0 0,-35 0 1,36 18-1,34-18-15,19 17-1,-19-17 1,19 0-16,-19 18 15,36-1 1,-17-17-16,-1 0 16,-17 36-1,17-19 1,1 1 0,-1 0-1,0 17 1,18-17-1,-17 34 1,17-16 0,0 34 15,0-17-31,0-35 16,0 17-16,0-17 15,17 52 1,-17-34-1,36 17 1,-19-1 0,1-16-1,17-19 1,0 19 0,-17-19-1,35 1 1,-35-18-1,-1 0 1,19 0 0,-19 0-16,18 0 31,36 0-15,-53 0-1,35-18 1,0-17-1,-18 17 1,0 1 0,0-1-1,-17 0 1,0 1 0,-1-36-1,19 18 1,-19-1-16,-17 1 15,0 0-15,18-106 32,-1 88-1,-17 35-15,0 0-1,0 1 204,0-1-172,-17 18-32,-36-35 1,18 17 0,17 1-16,0-1 31,1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09:35.767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2734 9578 0,'18'0'62,"-1"0"-31,54 0 1,35 0-1,35 0-15,-35 0-16,-18 0 15,300 0 1,-194 0-1,-18 0 1,124 0 0,0-18-1,-212 18-15,124 0 16,0 0-16,-71 0 16,70 0-1,-122 0-15,-19 0 16,54 0-1,-54 0 1,1 0-16,17 0 16,229 0 15,-211 0-31,-18 0 16,-17 0-16,17 0 15,36 0 1,34-17-1,-87 17-15,-18 0 16,0-18-16,0 18 16,70 0-1,-17-18-15,-53 18 16,159 0 0,-124 0-16,370-53 31,-70 18-16,-52 18 1,-19-1 0,-17-17 15,-53 17-15,0-17-1,-53 35 1,17-18-1,-87 18 1,-71 0-16,17 0 16,-17 0-16,36 0 15,34-18 1,18 18-16,106 0 16,-71 0-1,1 0 1,35 0-1,34 0 1,-140 0 0,18-17 15,52 17-15,-35 0-1,106 0 1,-194 0-16,71 0 15,-19 0-15,-16 0 16,175 0 0,-140 0-1,52 0 1,0 0 0,-70 0-1,53 0 1,-18 0-1,-35 0 1,-53 0 0,-35 0-1,-177 0 220</inkml:trace>
  <inkml:trace contextRef="#ctx0" brushRef="#br0" timeOffset="2813.35">2099 10636 0,'18'0'110,"176"0"-79,123 0 0,-17 0 0,-176 0-15,87 0 0,1 0-1,-124 0-15,0 0 16,89 18-1,-54-18-15,1 0 16,140 18 0,-87-18-16,-19 0 15,195 35 1,-124-18 0,-52-17-1,-54 18 1,54-18-1,-36 0 1,123 18 15,-52-18-31,-18 17 32,18 1-17,-106-18 1,-36 18-16,124-18 15,-141 0 1,0 0-16,35 17 16,177-17-1,-107 0 1,-16 18 0,34-18-1,18 0 1,-71 0-1,36 0 1,-18 0 0,-70 0-16,70 0 31,71 0-15,-159 0-16,-1 0 15,213-18 1,-106 18-1,52-17 1,-16-19 0,-19 19-1,-17-1 1,35 0 0,-71 1-1,1 17 1,-71-18-1,-1 18-15,-16-17 0,122 17 32,-69-18-1,17 18-15,-18-18-1,35 18 1,-35 0-1,1-17 1,34 17 0,36 0-1,-53 0 1,-18-18-16,18 18 16,-53 0-16,17 0 15,89 0 1,-53 0-16,158 0 15,-52 0 1,0-18 0,-1 18 15,-17 0-15,36-17-1,-36 17 1,-89 0-1,107 0 1,-53-18 0,-71 18-16,-17 0 15,34 0 1,-52-18-16,0 18 16,18 0-1,-53-17 1,-1 17 15,1 0 47</inkml:trace>
  <inkml:trace contextRef="#ctx0" brushRef="#br0" timeOffset="6218.42">7144 10072 0,'-36'0'32,"19"0"-1,-1 0-16,1 0 17,-36 0-1,-18 17-15,36 19-1,-36-19 1,54 19-1,-19-19 1,19 19 0,-1-19-1,18 18 1,0-17-16,0 0 16,0-1-16,-18 19 31,18 17-16,0-36 1,0 1 15,0 35-15,0-18 0,18-17-1,17 52 1,-17-34-1,0-1 1,-1-18-16,-17 1 16,36 17-1,-36-17-15,17-18 16,36 53 0,-18-18-1,-17-35-15,17 18 16,-17 17-1,17-17 1,18-1 0,-18 1-1,1-18 17,-1 0-17,18 0 1,-36 0-16,19 0 15,17-35 1,-36 17 0,19-35-1,-1 18 1,0-36 0,0 18-1,-17 1 1,-18-19-1,18 0 1,-18 1 0,0-1 15,0 54-31,0-1 16,0 0-1,0 1-15,0-1 16,0 0-1,0-17 1,-18 18 0,-17-1-1,17-35 1,-17 35 0,17 1-1,1 17-15,-1-18 16,18 0-1,-18 1-15,1 17 16,17-18 0,-53 1 15,53-1-15,-18 0-1,0 1 63</inkml:trace>
  <inkml:trace contextRef="#ctx0" brushRef="#br0" timeOffset="8513.18">11606 10195 0,'0'-35'156,"-35"17"-140,17 18-16,-17-17 15,0-1 1,0 18-16,-1-18 16,19 18-1,-19 0 1,19 0-16,-1 0 16,1 0-1,-1 18 1,18 0-1,-18-1 1,1 54 31,17-53-31,0-1-16,0 1 15,0-1 1,0 1-16,-18 0 15,18 17 1,0-17-16,0 35 16,0-18-1,0 0 1,0 0 0,0-17-1,0 0 1,0-1-1,0 1-15,0 0 16,35 35 0,-17-18 15,0 0-31,-1-35 16,-17 35-1,18-35-15,17 36 31,-17-36 1,17 0-17,0 0 1,18 0 0,-35 0-16,-1 0 15,36-18 1,-35 0-16,0 18 15,52-35 1,-52 17 0,35-17-1,0-18 17,-18 0-17,0 0 1,-17 0-1,-18 1 1,18-37 0,-18 36-1,0 18-15,0 0 16,0-36 0,0 54-1,-18-1 1,0 18-1,18-18 17,-17 1 15,-1-1-32,0 18 1,1 0-1,-1-17 1,0-1 0,1 18-1</inkml:trace>
  <inkml:trace contextRef="#ctx0" brushRef="#br0" timeOffset="24214.65">10583 13529 0</inkml:trace>
  <inkml:trace contextRef="#ctx0" brushRef="#br0" timeOffset="27992.53">10795 13547 0,'35'53'156,"1"-53"-140,16 35-1,54-18 1,-53-17-16,-18 0 16,36 0-1,-18 0-15,53-17 31,17-18-15,-17 17 0,-35-17-1,193-36 32,-176 53-31,-17 18-1,0 0 1,17 0 0,0 0-1,-53 0-15,18 18 16,106 35 0,-89-35-1,1 35 1,-53-36-1,-18 1 1,17-18 15,19 0 47,-1 0-62,18 0-16,-18-18 16,247-17-1,-88 17 1,-17 1 0,-36 17-1,18 0 1,17 0-1,-17 0 1,-36 0 0,-70 0-16,123 0 15,-123 0 1,36-18 15,-72 0-31,1 18 16,-18-17-1</inkml:trace>
  <inkml:trace contextRef="#ctx0" brushRef="#br0" timeOffset="40087.58">12347 12382 0,'-35'0'94,"-36"-17"-79,18-1 1,-52 1-1,87 17 1,0 0-16,-17 0 16,17 0 31,1 17-32,-18 1 1,-1 17-1,1 0 1,17-17 0,1 0-16,17-1 15,-18-17 1,0 18-16,1 0 16,17-1-1,0 1-15,-18 17 16,0 36-1,18-54-15,0 19 16,0 52 0,0-35-1,18-18 17,-18 0-17,18 1 1,-1-19-1,1 18 1,0-35-16,-1 18 16,-17 0-16,36-1 15,-19 1 1,1 0-16,0-18 16,52 35-1,-35-17 1,18-18-1,0 0 1,0 0 0,18-18-1,-36-17 17,-17 17-32,17-17 15,-18-1-15,-17 19 16,18-18-16,0-1 15,-1 1-15,1-18 32,0 0-17,-1 0 1,1 18 0,-18 0-1,0-18 1,0 0-1,0 35 1,0-17 0,-18 17 31,1 1-32,-1-1 1,18 0-1,-18 18-15,18-17 16,-17 17-16,-1 0 31,-17-18-15,35 0 0,-18 18-1,1 0-15</inkml:trace>
  <inkml:trace contextRef="#ctx0" brushRef="#br0" timeOffset="42200.63">14252 12418 0,'-17'0'156,"-36"-18"-140,17 0-1,19 18-15,-107-17 32,54-1-17,-1 18 1,36 0-1,0 0 1,-1 18 0,19-18-1,-1 17-15,0 1 16,18 0 0,-17-18-1,-1 17-15,0 1 16,18 0-16,-17 17 15,-1-17 1,18-1 0,0 19-1,-17-19-15,17 18 32,-18-17-32,18 0 15,0 35 1,0 0-1,0-1 1,0-34-16,0 0 16,0-1-16,0 1 15,0 0-15,0-1 16,0 1 0,0 0-16,18-1 15,-1 18 1,18 18-1,1-35 1,-19 17 0,19-17-1,-19 0 17,1-18-17,17 0 1,-17 0-16,-18 17 15,88-17 1,-53 0 0,54 0-1,-19-17 1,-17-19 0,0 1-1,-35-36 1,-1 19-1,1-19 1,-18-17 0,0 35-1,0-53 32,0 18-31,0 70-16,0-17 15,-18-36 1,18 36 0,-17 0-1,-1 35 1,0-18 0,18 1-1,-35 17 1,17 0-1,18-18-15,-17 18 16,-1 0 0,18-18 31</inkml:trace>
  <inkml:trace contextRef="#ctx0" brushRef="#br0" timeOffset="45670.63">5556 7426 0,'0'18'94,"71"-18"-32,17 17-46,0-17 0,-17 0-1,-54 0 1,1 0 0,35 0 46,0 0-31,53 0 1,-36 0-17,-52 0 1,0 0-1,-1 0 1,1 0 0,-1 0 109,19 0-94,-36 18 94,0 35-109</inkml:trace>
  <inkml:trace contextRef="#ctx0" brushRef="#br0" timeOffset="47507.58">12982 13194 0,'106'0'157,"-88"0"-157,52 0 15,18 0 1,-52 0-16,-1 0 15,36 0 1</inkml:trace>
  <inkml:trace contextRef="#ctx0" brushRef="#br0" timeOffset="48837.77">7391 7761 0,'123'0'141,"265"0"-110,-88 0 1,-159 0-17,-123 0-15,17 0 16,-17-18-1</inkml:trace>
  <inkml:trace contextRef="#ctx0" brushRef="#br0" timeOffset="53761.23">10372 13529 0,'17'18'109,"177"-1"-93,-123 1-16,70-18 16,247 0-1,-88 0 1,17 0 0,-52 0-1,-177 0 1,18 0-16,88 0 15,-35 0 1,-36 0-16,54 0 16,264 0-1,-318 0 1,-35 0 0,124 0-1,-106 0 1,0 0-1,-1 0 1,1 0 0,-35 0-16,-36 0 15,36 0 1,-36 0 0,0 0-16,1 0 15,87-18 1,-52 18-16,17 0 15,176 0 1,-228 0 0,-1-17-1,-17-1 17,-1 18-17,36-18 1,18 1-1,-36 17 1,-88 0 93,-212 17-93,-17 1 0,-124 35-1,-70 0 1,88 0 15,194-18-31,88-35 16,-282 18-1,282-1-15,-88-17 16,-105 18 0,175-18-16,-35 0 15,-229 0 1,124 0 0,34 0-1,107 0 1,35 0-1,17 0 1,18 0 0,0 0-16,36 0 15,-36 0-15,0 0 16,-35 0 15,70 0-31,0 0 16,-17 0-1,17 0-15,-17 0 16,-18 0 0,-53 0-1,-17 0 1,17 0 0,88 0-1,177-18 126,-35 1-126,176-1 1,123-35 0,-88 18-1,-106 35 1,1-18 0,-54 18-1,-52 0-15,228 0 31,1-35-15,-265 35-16,336-18 16,-177 1-1,194-19 32,-177 1-31,-70 0-1,-53 17 1,-35 18 0,-53-17-1,-18 17-15,1 0 16,34 0 0,-35 0-16,54 0 15,87 0 1,-70 0-1,-53 0 1,-18 0 0,18 0-1,53 0 1,-18 0 15,-18-18-15,-52 18-1,-18-88 189,0 0-189,0-36 1,-18 18-1,1 0-15,-18-17 16,-1-18 0,-17 0-1,18 0 1,-18-36 0,0 36-1,0 35 1,18 0-1,17 53 1,18 1 0,0 34-1,0 0 1,-17 18 109,-36 0-78,-35 0-32,17 0-15,-52 0 16,-212 0 0,70 18-1,-17 17 17,35-17-17,17-1 1,36 1-1,-141 35 1,247-35-16,-88-18 16,-248 0-1,283 0-15,0 0 16,-141 0 0,194 0-16,-53 17 15,-159-17 1,159 18-1,0-18 1,-18 18 0,35-18 15,54 0-31,34 0 16,-69 17-1,16-17 1,-16 18-1,87-18-15,-17 18 16,17-18 0,-70 17 77,17 1-77,-17-1 0,18-17-1,34 18 1,1 0 15,35-1 250,0 36-249,0 35-17,0 18 1,0-18 0,0 1-1,0 34 1,0-88-16,0 18 15,0 36 1,0-54-16,0 18 16,0 70-1,35 54 32,-17-107-31,0-35-16,-18-17 15,17 35-15,-17-18 16,18 18 0,-18-35-16,17 17 15,-17 0 1,0 1 0,0-19-1,0 19-15,18 34 31,-18-35-15,0 18 0,0-17-1,0-19 17</inkml:trace>
  <inkml:trace contextRef="#ctx0" brushRef="#br0" timeOffset="55509.29">5980 6262 0,'0'0'0,"17"17"0,-17 1 31,0 0-15,18 17 62,70 177-47,0-1 0,-70-175-15,0-1-16,-18 0 15,17-17 1,-17-36 78,194-229-63,-141 194-31,141-123 31,-141 123-31,176-106 32,-158 71-32,70-18 31,-70 18-16,-19 35 1,-34 18 0,0 17-1,-18 1 1,17-1 0,1 0-1,-18-17 1,18 35 93</inkml:trace>
  <inkml:trace contextRef="#ctx0" brushRef="#br0" timeOffset="63203.65">6421 13141 0,'70'0'125,"1"0"-109,-1 0-1,-17 0 1,0 0 0,-35 0 46,88 0-31,-71 0-15,35 0 0,-52 0-1</inkml:trace>
  <inkml:trace contextRef="#ctx0" brushRef="#br0" timeOffset="65407.97">7267 13212 0,'18'0'187,"176"-18"-156,-141 18-31,70 0 32,-70 0-17,-35 0 1,17 0-1,-17 0 1,17-18 0,18 18-1,-35 0 1,-1-17-16,1 17 31,-18-18 172</inkml:trace>
  <inkml:trace contextRef="#ctx0" brushRef="#br0" timeOffset="66651">8308 13247 0,'70'0'109,"248"-18"-78,-300 18-31,35 0 31,-53-17 219</inkml:trace>
  <inkml:trace contextRef="#ctx0" brushRef="#br0" timeOffset="68570.17">10883 5962 0,'53'106'140,"176"282"-108,-140-229-1,-54-124 0,35-88 63,19-53-78,-36 18-16,-18 35 15,18 18-15,53-106 16,-54 88-1,1 17-15,0-17 16,124-158 0,-89 123-1,-35 35 1,-18 35 15,-35 0-15</inkml:trace>
  <inkml:trace contextRef="#ctx0" brushRef="#br0" timeOffset="73202.41">2381 13494 0,'18'0'62,"141"0"-46,-36-18 0,371 0-1,-124 1 1,-87 17-1,-142 0 1,0-18 0,-53 1-1,-17-1-15,34 18 32,-34-18-32,17 18 15,53 0 1,-88 0-16,18 0 15,70 0 1,-88 0-16,35 0 16,-53 0-1</inkml:trace>
  <inkml:trace contextRef="#ctx0" brushRef="#br0" timeOffset="78743.24">14235 6244 0,'35'53'125,"53"35"-93,-70-52-17,-1-36 1,1 0 31,0 0-32,17 0-15,0-36 16,-17 1-16,123-88 16,-71 34-1,-17 36-15,36-52 16,210-213-1,-193 195 1,-18 34 0,18-16-1,-70 87 17,-19 0-32,1 18 31,-18-17-16</inkml:trace>
  <inkml:trace contextRef="#ctx0" brushRef="#br0" timeOffset="82002.98">723 7920 0,'18'0'15,"17"0"16,36 0-15,105 17 15,18-17-31,476 0 32,-370 0-1,-35 0-31,-124 0 15,18 0-15,70 0 16,265 0 0,35 0-1,-53 0 1,-70 0 0,35 36-1,-194-36-15,-159 0 16,353 0-1,0 0 1,-335 0 0,458 0-1,-264 0 1,-176 0 0,-71 0-16,317 0 31,-194 0-16,124 0 1,-70 0 0,69 0-1,-87 0 1,176 0 0,-264-18-16,-19 18 15,-34-18-15,352-17 31,18 0-15,-300 0 0,318-1-1,247 19 32,-283-1-31,-141 18-1,-35 0 1,-88-18 0,17 18-1,-88 0-15,18 0 16,53-17 0,-124 17-16,36 0 15,52-35 1,-35 35-16,1-18 15,158 18 1,0 0 15,-142 0-15,19 0 15,-1 0-15,-52-18-1,-18 1 1,-18 17-16,-17 0 16,70-18-1,0 18-15,-17-18 16,158 1 0,-53-1-1,18-17 1,-70 17-1,-71 1 1,0-1 0,-18 0-1,-17 18 1,-1-17 15,1 17-31,-53 0 110,-442 70-79,-510 36 0,352-18 16,423-53-47,-176 36 31,17-18-15,89-35-1,-159-1 1,141 18 0,-123-17-1,123 0 1,0-1 0,36-17-1,-124 0 1,211 0-16,89 0 15,-176 0-15,87 0 16,-281 0 0,211 0-16,0 0 15,-318 0 17,-176 0-1,441 0-16,-17 0 1,17 0 0,88 0-16,71 0 15,-159 0 1,1 0 0,158 0-16,52 0 15,-122 0-15,70 0 16,-248 0-1,231 0-15,-248 0 16,106 0 0,0 0-1,-105 0 17,264 0-32,-389 0 31,336 0-16,-35 0 1,70 0-16,53 0 16,-70 0-1,70 0-15,53 0 16,-176 0 0,106 0-1,-1 0 1,53 0-1,1 0 1,52 0 0,-35 0-16,-17 0 15,17 0 17,-18 0-17,36 0-15,17 0 16,-17 0-16,0 0 15,-18 0 1,35 0-16,1 0 16,-19 0-1</inkml:trace>
  <inkml:trace contextRef="#ctx0" brushRef="#br1" timeOffset="90901.17">476 7937 0,'18'0'110,"52"0"-95,1 0-15,52 0 16,142 0 0,35 0-1,-36 0 1,36 0-1,-123 0 1,158 0 0,-35 18-1,-159-18 1,53 0-16,-141 0 16,423 71 15,-441-71-31,89 17 15,-71-17-15,17 0 16,230 18 0,-229-18-16,17 0 15,124 0 1,52 0 0,-17 0-1,53 0 1,106 0-1,-336 0-15,107 0 16,-54 0 0,1 0-16,175-18 15,-246 18 1,35 0-16,54 0 31,-54 0-31,35 0 16,142 0-1,-1 0 1,-105-17 0,53 17-1,-71-18 1,71 18 0,-54-18-1,54 18 1,53 0-1,-177 0-15,35 0 16,142 0 0,-142 0-1,-17 0-15,194 0 16,0 0 15,-141-17-15,52-19-1,-34 19 1,52-1 0,-88 1-1,88-19 1,-193 36-16,70-17 16,35-1-1,17 0 1,-34 1-16,-36 17 15,106-36 1,53 1 15,-106 18 1,-88-1-32,106 0 31,-71 1-31,-53 17 15,53-18-15,-17 18 16,53-18 0,-54 18-16,1 0 15,52-17 1,-52 17-16,-1 0 16,142-18-1,-53 0 1,52 18-1,-52 0 1,35 0 0,-70-17-1,17 17 17,-71 0-32,89-18 31,-88 1-16,-19-1-15,1 18 16,124-18 0,-89 1-1,71 17 1,-53 0 0,17 0-1,-52-18 1,-36 18-16,53 0 15,-35 0 1,-18 0 0,53 0-1,-52 0 1,-1 0-16,-53 0 203,-229 18-172,-141-18 1,71 17-17,176 1 16,35-18-15,-71 18 0,-105-18-1,106 0 1,-36 17 0,18-17-1,18 18 1,35-18-1,-124 0 1,124 17 0,-18-17-1,-35 0 1,0 18 15,53-18-15,-53 0-1,106 18-15,0-18 16,-124 0 0,89 0-16,-54 0 15,-35 0-15,36 0 16,-159 0 0,17 0-1,160 0 1,-89 0-1,88 0 1,71 0 0,-89 0-16,54 0 15,-265 0 1,159 0 0,-36 0 15,212 0-31,-53 0 15,-176 0 1,88 0-16,18 0 16,-354 0-1,178 0 1,105 0 0,-53 0-1,176 0 1,-87 0-1,52 0 1,-123 0 0,88 0-1,-36 0 1,-105-18 15,212 18-31,52-18 16,-317 18-1,141-17 1,71 17 0,-1 0-1,-52 0 1,70 0 0,-17 0-1,70 0-15,71 0 16,-53 0-16,17 0 15,-70 0 1,-35 0 0,105 0-16,36 0 15,-159 0 1,53 0 0,35 0 15,-53 0-16,53 0 1,-35 0 0,-35 0-1,105 0-15,-17 0 16,-35 0 0,-36 0-1,53 0-15,35 0 16,-87 17-1,69-17 17,72 0-17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11:34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3140 5874 0,'70'0'297,"-17"0"-282,18 0 1,-36 0 0,0 0-1,-17 0 1,35 0-1,0 0 1,53 0 0,-18 0-1,-18 0 1,1 0 0,-53 0-1,-1 0 1,36 0-1,-18 0-15,18 0 16,-35 0 0,0 0-1</inkml:trace>
  <inkml:trace contextRef="#ctx0" brushRef="#br0" timeOffset="2696.98">2805 6121 0,'0'35'94,"0"0"-79,-18 18 1,-17 18 0,17-18-1,0 17 1,1-52-16,17-1 15,-18 1 1,0-18 0,1 35-1,-1-35-15,-52 18 32,52-36 46,18 1-63,-18-19 1,18 1 0,0 18-1,0-19 1,0 19-16,0-1 31,0 0-15,18 1-1,-18-1 17,0 0-1,18 18-16,-1 0 1,1 0 15,17 36-15,-17-1 0,-1-17-16,1 17 15,17 18 1,-17-18-1,-18 18 1,18-35 0,17 17-1,-17-35 17,-1 18-1,1-18-31,17 0 15,18 0 1,-35-18-16,17 0 31,-17 18-15,-18-17 0</inkml:trace>
  <inkml:trace contextRef="#ctx0" brushRef="#br0" timeOffset="4741.39">4374 6032 0,'0'18'47,"0"0"-32,0-1 1,0 19 0,0-19-1,0 1 32,36-18 16,-19 0-48,36-18 1,0 18 0,-18-35-1,18 35 1,-35-18-16,17 18 15,18-17 1,0 17-16,88 0 31,-88 0-15,-35 0 0,-1 17-1,1 1 16,0 35-15,-1-35 0,-17-1-1,18-17 79,17-17-78,53-19-1,18 19 1,-18 17 0,1-18-1,-1 18 16,-18 0-15,-52 0-16,17 0 16,36 0-1,-18 0-15,0 0 0,-18 0 16,36 0 0,-19 0-1,-34 0 1,0-35-1,-1 35 1,1-36 0,-18 1-1,0 18-15,0-1 32,0 0-1</inkml:trace>
  <inkml:trace contextRef="#ctx0" brushRef="#br0" timeOffset="6485.89">5362 7126 0,'0'-18'140,"0"-193"-108,0-142-1,18 212 0,-1 106 0,1 17-15,-18 0-16,0 1 16,18-19-1,-18 19-15,17-1 32,-17 1-17,18 17 16,0 0-15,-1 0 0,1 0-1,0 0 32,17 88-16,-35-18 1,0-52-17,-18 17 1,1-17 0,-1-18-1,53 17 141,-17 1-140,0 0 0,17 17-1,-18-35 1,-17 18 0,0-1-1,0 1 16,0 17-15,-35 0 15,-18-35-15,0 0 15,-17 0-31,-1 0 31,54 0-31,-1 0 16,0-17 0,1-1-16,-1 18 15,18-17 17,0-1-17</inkml:trace>
  <inkml:trace contextRef="#ctx0" brushRef="#br0" timeOffset="10549.07">8378 5133 0,'18'0'171,"35"0"-155,18 0 0,-19 0-1,-34 0 1,0 0 0,-18 18 93,-18 17-47</inkml:trace>
  <inkml:trace contextRef="#ctx0" brushRef="#br0" timeOffset="11197.35">8220 5468 0,'53'0'62,"-18"0"-46,35 0-1,1 0 1,0 0 0,-19 0-1,-16 0 1,-19 0-16</inkml:trace>
  <inkml:trace contextRef="#ctx0" brushRef="#br0" timeOffset="11928.97">8220 5715 0,'0'0'0,"35"0"109,88 0-93,54 0 0,-36 0-1,-35 0 1,-106 18 62</inkml:trace>
  <inkml:trace contextRef="#ctx0" brushRef="#br0" timeOffset="12925.39">9437 5362 0,'70'-17'109,"-17"17"-93,0 0-16,0-18 15,0 18 1,-18 0-16,1-18 16,-19 18-1,-17-17 17,0 34 139,0 89-155,0-35 0,0 17-1,0-35 1</inkml:trace>
  <inkml:trace contextRef="#ctx0" brushRef="#br0" timeOffset="14721.05">10442 5239 0,'0'17'47,"0"19"-16,-17-19-31,17 36 15,-36 0 1,1-18-16,17-17 16,-17 35-1,17-53-15,1 18 16,-1-1 15,1 1-31,-1-18 47,-17 0-31,17 0 15,0 0-15,18-18-1,-17-35 1,17 18-1,-18 0 1,18-1-16,0 19 16,0-18-1,0 17 17,35 18 46,1 18-78,17 52 15,17 1 1,-52-18 0,-1 17-1,19-52-15,-19-1 16,1 36-1,0-70 95,17-19-79,-35 19-15</inkml:trace>
  <inkml:trace contextRef="#ctx0" brushRef="#br0" timeOffset="16629.09">10813 5327 0,'17'35'360,"19"0"-345,-1 1 1,0-1 0,-35-17-16,18-18 15,-1 17 63,36 19-46,-35 17-1,35 17 0,-36-70 0,19-88 173,17-71-173,-53 141-31,17-52 31,1 70 63,-18-18-79,0 1 1,18 17 0</inkml:trace>
  <inkml:trace contextRef="#ctx0" brushRef="#br0" timeOffset="19489.02">11483 5997 0,'0'-35'109,"0"0"-93,0-18 0,0-18-1,0-17 1,18 17 0,-18 1-1,17-18 1,1 70-16,-18-17 15,0-1-15,17-52 32,1 53-17,-18 17 1,0 1 0,18-1 15,-1 18-16,-17-18-15,0 1 16,18-1 0,0 1 15,-1 17-15,19 0 62,-19 70-63,1-52 1,-18 17 0,0 18 15,0-35-16,-18 17 1,1-35 0,34 0 140,18 0-125,-17 0-15,35 0 15,18 17-15,-36 19-1,-35-19 17,18 1-17,-18 0 1,0-1-1,0 1 1,0 17 0,0 1 15,-18-19 0,0-17 0,1 0-15,-1 0 0,0 0-1,-17 0 1,17 0 15,1-17-15,-1-1-16,0 18 15,1-18 1,17 1 0,-18 17-1,1 0 17,17-18-1,-18 0-16,0 1 1,1 17 0,17-18-1,-18 0 1,0 18 0,1-17 15,-1 17 47</inkml:trace>
  <inkml:trace contextRef="#ctx0" brushRef="#br0" timeOffset="27949.14">16175 9225 0,'35'0'156,"106"0"-140,-53 0-1,1 0 16,-36 0-15,-18 0 0,-18 0-1,1 0 1,0-18-16,-1 18 16,19 0-1,52 0 1,-35 0-1,0 0 1,0 0 0,0 0-1,-1 0 17,-16 0-17,-1-17 16,18 17-15,0 0 0,0-18-1,-36 18-15,1 0 16,0 0 0,-18-17 202,0-36-202,0 0 0,0-18-1,17-35 1,-17 36-1,0-1 1,0 1 0,0 52-16,0-17 15,0-1 1,0 1 0,0 18-16,0-36 31,0-36-16,0-16 1,0 52 0,-17 0-1,17 35-15,0-17 16,0-53 0,0-1-1,0 72 1,0-1-1,-18 18 95,18-17-95,-18-1 1,1 18 15,-1-18-15,0 18 0,-52 0-1,52 0 1,-105 0-1,-18 0 1,52 0 0,-16-17-1,52 17 1,-18-18 0,-52 18 15,87 0-31,-34-18 15,-71 18 1,70 0-16,54 0 16,-107 0-1,106 0-15,-34 0 16,-107 0 0,124 0-1,-36 0 1,36 0-1,-1 0 1,1 0 0,17 0 15,18 18 141,0 53-94,0 17-62,0-35-16,0 53 15,18 35 16,-18-53-15,0-18 0,0 1-1,18 17 1,-18-35 0,17 35-1,-17-70-15,0 17 16,18 18-1,-18-18-15,0-17 16,0 53 0,18-54-16,-18 18 15,17-17-15,-17 0 16,18 35 0,0 0 15,-18-18-16,0-18 1,17 19 0,-17-19 15,0 1 16,36-18 109,105-18-125,-106 18-15,18 0-16,35-17 16,-35-1-1,17 0 1,-34 18-1,-19 0 1,19 0 15,-1-17-15,0 17 0,1 0-1</inkml:trace>
  <inkml:trace contextRef="#ctx0" brushRef="#br0" timeOffset="30195.9">10936 5944 0,'53'0'125,"-18"0"-110,18 0 1,0 0-1,35 0 1,-52 0 0,-19 0-16,36 0 109,-18 0-93,-17 0-1</inkml:trace>
  <inkml:trace contextRef="#ctx0" brushRef="#br0" timeOffset="33611.46">17410 9137 0,'17'0'110,"36"0"-95,0 0 1,-18 0 0,36 0-1,-36-18 1,-17 18 0,-1 0-16,19-17 15,17 17 16,-36 0-31,19 0 16,-19-18 0,18 18-1,-17 0 1,0 0 0,-1 0-1,1 0 1,-18-18 78,35 1-63,-17 17 0,-18-18-15,18 0 15,-1 18-15,18-17 93,-17-1-78,-18 1 16,18-19 16,-18-17-48,17 18-15,-17 0 16,0-89-1,0 54 1,0-89 0,0 18-1,-17 35 1,17 0 0,-18 36-1,18 52 16,0-17-15,-18 17 0,18 0-1,0 1-15,-17-36 32,-1 18-17,18 17 1,0-17-1,-17 17 1,17 0 0,0 1-1,0-1 1,-18 18 78,0 0-1,-176 35-77,124-17-16,-1-18 16,-17 18-1,35-1-15,35-17 32,1 0 30,-1 0-46,-17 18-1,17-18 1,18 18 0,-35-18-1,17 17 1,-17-17 15,35 18-31,-18-18 16,1 0 46,17 18-15,-18-18 31,0 17-62,18 1-1,-17-18 48</inkml:trace>
  <inkml:trace contextRef="#ctx0" brushRef="#br0" timeOffset="36709.04">18256 7602 0,'18'18'78,"17"0"-63,-17-1-15,88 1 32,-36-18-1,18-18 0,-52 18-15,-1-17-1,-17 17 1,-1-18 15,18 18-15,-35-18-16,18 18 15,17 0 1,-17 0-16,0 0 16,35 0-1,-18 0 1,0 36 0,0-19-1,-35 1 16,0 0-15,18-36 47,0 0-48,-1 1 1,19-1-1,-19 18-15,54 0 16,-1 0 0,36 0-1,-53 0 1,18 0 0,17-18-1,-70 1 1,17 17 15,-35-18-31</inkml:trace>
  <inkml:trace contextRef="#ctx0" brushRef="#br0" timeOffset="38739">18927 6385 0,'0'18'15,"0"0"-15,0-71 125,0-18-94,0 53-15,17-87 0,1 69-16,-18-17 15,17-17 1,-17 17-16,0 35 16,18-35-1,-18 36 1,0-19-1,18 19 1,-1-1 0,1 1 77,0 17-77,-1-18 0,1 18 77,17 88-77,-35-70-16,0-1 16,0 19-1,0-19 1,0 1 0,-17 0-1,34-18 204,71 0-188,-70 0-31,35 17 31,-18 18-15,-35 18 0,18 0-1,-1-17-15,-17-1 16,0 0 0,0-17-1,0 17 1,0-17-1,0-1 1,-35 1 0,35 0-1,-17-18 1,-19 0 0,-17 0-1,0-36 16,1 19-15,-1-54 0,35 18 15,0 53-15,1-17-1,17-1 1,0 0 62</inkml:trace>
  <inkml:trace contextRef="#ctx0" brushRef="#br0" timeOffset="53549.16">22190 8043 0,'0'-17'110,"-71"-1"-95,54 18-15,-36 0 32,17 0-17,19 0-15,-1 18 16,0-18 0,-17 53-1,17-18 1,-17 0 15,18 0-15,-1 1-1,18-1 1,-18 0 0,18-17-1,0 0-15,18 34 31,35 1-15,0-17 0,-18-1-1,36-17 1,-36-1 0,-17-17-1</inkml:trace>
  <inkml:trace contextRef="#ctx0" brushRef="#br0" timeOffset="54874.71">22490 8026 0,'0'70'31,"0"107"0,0-72-15,0-16 0,0-54-1,0-17 1,0-36 125,0-158-110,0 52 0,17 54-15,-17 34-16,0 19 15,18-19 1,-1 36-16,-17-17 16,71 123 46,70 70-46,-88-106-1,0-34 1,-18-1 0,-17-35 62,-18 18-63,18-18 17,-18-18 61,0-141-61,0-35-1,0 71 0,0 105 0,0 36 110,0 17-125</inkml:trace>
  <inkml:trace contextRef="#ctx0" brushRef="#br0" timeOffset="55472.88">23177 8008 0,'18'0'94,"17"88"-94,-17-17 0,17 52 15,-17-52-15,0 70 16,-1-35-1,1-71 1,-18-17 0,0-71 77,18 35-93,-18 0 16,0-17 0,0 18-1,0-1-15</inkml:trace>
  <inkml:trace contextRef="#ctx0" brushRef="#br0" timeOffset="56140.97">23230 8026 0,'18'-18'140,"35"0"-124,-35 18-16,52-17 31,-35 17-15,-17 0-16,0-18 31,-18 36 110</inkml:trace>
  <inkml:trace contextRef="#ctx0" brushRef="#br0" timeOffset="56733.21">23213 8326 0,'176'-18'47,"-17"-35"-16,-124 53-15,0-18-1</inkml:trace>
  <inkml:trace contextRef="#ctx0" brushRef="#br0" timeOffset="57525.05">24553 7655 0,'-17'18'47,"-54"70"-16,18-35 0,36 0-31,-1-18 16,0 18 0,18-18-1,0 18-15,0-35 16,0 17-16,0 18 16,18 18-1,0-1-15,-1-17 16,54 35-1,-36-52-15,18 52 16,0-88 0,-35 17-1,-1-17 1</inkml:trace>
  <inkml:trace contextRef="#ctx0" brushRef="#br0" timeOffset="58553">26317 7320 0,'18'18'94,"-1"-18"-78,1 35-16,17 0 0,1-17 15,17 35-15,-18-18 0,53 0 31,18 71-15,-71-70 0,-17-19-16,-1 1 15,1 35 1,-18-18 0,0 71-1,0-89-15,0 72 16,0 17-1,0-71-15,0 0 16,-18 71 0,-17-71-1,0 0 1,17-17 0</inkml:trace>
  <inkml:trace contextRef="#ctx0" brushRef="#br0" timeOffset="60392.56">27499 8008 0,'0'-53'250,"0"35"-234,0-87-1,0 16 1,0 19 0,35-18-1,-17 17 1,-18 18-1,18 18 1,-18 17 0,17-17-1,89 176 204,-71-70-203,-35-18-16,18-18 15,53 71 1,-54-36 0,1-17-1,-18-18 32,17-35-31,-17 18 31</inkml:trace>
  <inkml:trace contextRef="#ctx0" brushRef="#br0" timeOffset="61332.31">28434 7091 0,'-35'17'94,"-18"54"-63,35-71-31,18 35 16,-35 18-1,17 0 1,-17 18 0,35-1-1,0 36 1,0-18-1,17 36 1,19-89-16,-19 0 16,36 36-1,-35-54 1,0-17 0</inkml:trace>
  <inkml:trace contextRef="#ctx0" brushRef="#br0" timeOffset="62520.06">30321 6562 0,'71'35'172,"35"-17"-156,-18 34-1,-18-34 1,-34-18-16,-36 18 15,17-1-15,-17 1 16,18-18-16,-18 18 16,53 88-1,-53-54 1,35 54 0,-35-53-1,0-18 16,0 54-15,-18-36 0,1-18-1,-18 18 1,35-36-16,-18 1 16,0-18-1</inkml:trace>
  <inkml:trace contextRef="#ctx0" brushRef="#br0" timeOffset="63706.36">31221 7373 0,'17'-18'140,"1"-70"-124,0-18 0,35-70-1,-36 105-15,1 36 16,17-106-1,-17 70-15,17 19 16,-35-37 0,18 54-16,-18 0 15,17 35 110,1 17-109,0 1 0,17 53-1,0-18-15,1-18 16,-1 18-16,-18-18 15,89 141 1,-70-123 0,-1 18-1,0-1 1,0 1 0,-17-18-1,0-35 1</inkml:trace>
  <inkml:trace contextRef="#ctx0" brushRef="#br0" timeOffset="64612.49">32456 6227 0,'-124'105'32,"71"-34"-17,18-1 1,17-34-16,1 52 15,17 35 1,0-17 0,0 0-1,53-18 1,-18-17 0,53-18-1,-17 0 16,-36-36-31,0 1 16,-17-18-16,-1 0 16,19 18-1,-19-18 17</inkml:trace>
  <inkml:trace contextRef="#ctx0" brushRef="#br0" timeOffset="66142.37">33179 6050 0,'70'0'188,"18"18"-173,36 35 1,-53 0 0,-36-18-1,0-17-15,0 17 16,-17 0 15,0 0-31,-1-17 16,1 53-1,0-19-15,-18-16 16,35 70 0,-35-54-16,17-16 15,-17 87 1,0-87-1,0-19 1,0 1 0,0-1 15,-17 19 203,-18 17-218,35-36-16,-18 1 31</inkml:trace>
  <inkml:trace contextRef="#ctx0" brushRef="#br0" timeOffset="72541.03">14605 9119 0,'-71'0'79,"-281"106"-48,246-88-31,-282 123 47,352-123-32,1 34-15,-35 37 16,34-1 0,-34 18-1,-36 17 1,18-35-1,35 36 1,35-89-16,1 18 16,17 18-1,0-19 1,0-16-16,0 52 16,0-70-16,0 34 15,17 19 1,1-36-1,141 106 17,-71-70-17,-18 0 1,1-19 0,-1 1-1,1 0 1,-18-35-16,-18-18 15,36 35 1,-18-17-16,-18-1 16,36 19-1,-36-19-15,0-17 16,177 53 0,-36 0-1,71-17 1,-88-19 15,-89-17-15,-34 0-1,-19 0 1,19-17 0,-19-19-1,-17 19-15,18-1 16,-18-17-1,0 17-15,0-17 16,-35-71 0,-18 35-1,0 1 1,17 17 0,19 53 15,-1 0 47,18 35 31,18-17-93,35 52 0,0 1-1,-18-53 1,0-1-16,1 18 15,16 1 17,-52-19-17,36 1 1,-36 0 171,-177 158-155,89-123-17,35 35 1,36-53 0,17-17-1,-18-18 1,18 35-1,0-17-15,-18 0 16,18 17 0,0-17-1,-17-18 63,17-36-62,0 1 0,-18-36-16,0 19 15,-17-160 1,17 71 0,1 17-1,17 89 1,0 0-1,0 17-15</inkml:trace>
  <inkml:trace contextRef="#ctx0" brushRef="#br0" timeOffset="83145.16">15416 7920 0,'106'-18'94,"53"1"-79,53-1 1,-18-35 0,17 35-1,-87 1 1,17-1-1,0 0 17,-123 18-32,35-17 15,158 17 1,-87-35 0,-54 35-1,-17-18 1,0 0-1,0 18 1,53 0 0,0-17-1,-36 17 1,-34 0-16,16 0 16,19 0-1,-18 0 1,-35 0-16,140 0 31,-70 0-15,-52 0-1,-19 0 1,-17 70 187,0-35-187,0 18-1,0 0 1,0 18 0,0 17-1,0-17 1,18 17-1,-18-53-15,0 18 16,18 88 0,-1-53-1,-17-17 1,18 35 0,-18-36-1,0 36 1,0 0 15,18-53-31,-18-36 16,0 54-1,0-36-15,0-17 16,0 0 0,0-1-16,-18-17 109,-88 0-78,-158 0 0,87 0-15,89 0 0,-71-17-1,106 17-15,-123 0 16,70 0 0,-35 0-1,0 0 1,0 0-1,-18 0 1,0 17 0,106 1-1,0-18 1,-35 0 0,35 17-1,0-17 1,36 0-16,-89 18 31,0-18-15,36 18-1,34-18 1,19 0 0,17-36 155,0-52-139,0 53-32,0 17 15,0-70 1,0 35 0,0 0-1,0 18-15,0 17 16,0-17-1,0 18-15,0-19 16,0-17 0,0 18-1,0 0 1,0-18 0,0 18-1,0-36 1,17 0 15,-17 36-15,0 0-1,0 17-15,0 1 16,0-1 0,0 0-16,0 1 15,18 17 1,-18-18-1,0-17 95,0-18-79,0 18 0,0-18-15,-18 0 0,1 35-1,17 0 1,0 1-1,-18-1 48,18 1-32</inkml:trace>
  <inkml:trace contextRef="#ctx0" brushRef="#br0" timeOffset="85612.2">17374 7814 0,'0'-18'141,"53"-35"-110,-35 18-31,35 0 31,70-71 0,-87 88-31,34-34 32,-35 16-17,-17 36 1,0 0-16,-1 0 16,-17-17-16,36-1 31,-1 0-16,-18 18-15,1 0 16,35 0 0,18 0-1,-54 0 1,36 0 0,-18 0-1,1 0 1,-19 0-1,19 0 17,17 18-17,-36-18 1,18 18 0,-17-1-1,17-17 1,-17 18-1,35-18 17,-35 18-17,17-1 1,-18-17 0,1 0-1,17 35 1,-17-35-1,17 36 17,18-1-17,-18-17 1,1 17 0,-19-17-1,-17-1 1,18-17-1,-18 18 1,0-1 15,0 1-15,0-53 156,0 17-157,-18 1 1,18-1-16,0 0 16,0 1-1,0-1 1,0 0 0,0 1 77,0 34-30,71 142-32,-71-141-15,18-1-1,-18 1 79,-18-18-63,-35 18-15,35-18-16,1 0 16,-1 0-16,18 17 125</inkml:trace>
  <inkml:trace contextRef="#ctx0" brushRef="#br0" timeOffset="92568.25">19632 11359 0,'0'-35'125,"18"18"-109,35-36 0,-53 35-1,35 0 1,-17 1 0,-1-1-1,-17 0-15,18 18 16,-1-53-1,1 18 17,0 18-32,-1-19 31,1 1-15,-18 17-1,35 54 329,18 52-328,-18-53-1,-17 0 1,0 1-1,-1-19 17,1 1-17,0 0 1,-1 17 0,-17-17-1,18 17-15,0-35 16,-1 35-1,-17-17-15</inkml:trace>
  <inkml:trace contextRef="#ctx0" brushRef="#br0" timeOffset="97972.62">17286 9172 0,'35'53'109,"1"-35"-93,69 70 0,1-17-1,0-19 1,35-16 0,-70-19-1,-1 1-15,36 0 16,35-1-1,36 19 17,-19-36-17,-140 0-15,106 17 0,34-17 32,-87 0-17,-18 0 1,17 0-1,-34 0 1,34 0 0,18-17-1,-35-1 1,-17 0-16,52-17 31,-35 0 0,-18 17-31,18 0 0,53-34 32,-53 16-17,17 1 1,-52-18 0,17 35-1,-35-17 1,18 35-1,-1-18-15,-17 1 16,18-18 0,0 17-16,-1 18 15,-17-35 1,18 35 0,0-36-1,-18 19 1,17-19-1,1 19 32,-18-1 0,-18 18 94,-35 35-126,0 1 17,18-19-17,17-17-15,1 18 0,-1 0 78,1-18-62,-1 17 0,-17 1-1,17 0 1,53-54 171,18 1-171,0 0 0,-18 35-1,-17-18-15,-18 0 32,18 18-17,17-17 32,-17-1-31,-1 18-1,-17-17 1,18 17 31,-18 35 140,17 35-171,1-17 0,0-17-1,-18-1-15,0-18 16,0 1-16,17 0 15,-17-1-15,18 1 16,-18 17 0,0-17-1,18 0 1,-54-18 140,-105-89-140,53 54-1,53 17 1,17 18 15,1 0 110,17-17-94,-18 17-32</inkml:trace>
  <inkml:trace contextRef="#ctx0" brushRef="#br0" timeOffset="102844.33">24589 11342 0,'17'0'63,"19"35"-48,-19 36 1,1-36 0,-1-17-16,-17-1 15,36 36 1,-1 0-1,-35-35-15,18-18 16,-1 17 0,-17 1-16,18-18 93,52-53-61,-17 0-32,36-35 15,16-36 1,-52 54-16,0-18 16,35 17-16,18-70 15,0 18 1,-88 70-16,35 0 15,-18 0 1,-17 35 0</inkml:trace>
  <inkml:trace contextRef="#ctx0" brushRef="#br0" timeOffset="132208.25">8714 9931 0,'-18'17'344,"0"19"-328,1-36-16,17 17 47,-18-17 0,0-35-16,1 0-16,17 17 17,0 0-17,0 1 1,0-1 0,17 18 93,1 18-78,-18-1 0,0 1 1,0 0-32,0-36 140,71 0-108,-36 18-1,-35 36 31,0-19-15,0-52 47,35 0-63</inkml:trace>
  <inkml:trace contextRef="#ctx0" brushRef="#br0" timeOffset="134701.41">2011 13000 0,'-35'0'16,"35"17"0,-18-17-1,-17 18 1,17 0 0,71-18 109,70-18-110,124-35 1,88 18-1,-105-18-15,-36 35 16,511-87 0,-405 87-1,35 0 1,-70 1 0,0 17-1,-142 0 1,-35 0-16,53 0 15,89 0 1,-54-18 15,-53 18-31,-52 0 16,141-35 0,-124 35-16,-18-18 0,19 18 15,158-18 1,-53 18-1,0 0 1,-71 0 0,-17 0-1,17 0 1,-34 0 0,69 0-1,-69 0-15,16 0 16,-16 0-1,-1 18-15,53-18 32,-53 18-32,0-18 0,194 17 31,-52-17-15,-19 0-1,72 0 1,-107-17-1,71-1 1,-159 18-16,-17 0 16,52-18-1,71 18 1,-106 0-16,-17 0 16,123 0-1,-106-17-15,212 17 31,-247 0 1,-35 0-32,-1 0 15,1 0 1,0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14:07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19808 11818 0,'0'-18'313,"0"1"-282,36-19 0,-19 36 1,1 0-17,0 0 17,-1 18-17,36 35 16,-35-18 1,-18-17-32,17 53 31,-17-36-15,0-18-16,0 1 0,0 17 15,0-17 1,-17 17-1,-18 1 1,17-36 0,-17 35-1,17-35 1,0 0 0,1 0 124,-1-18-124,18 1 31,0-1-32,0 0 1,18 1 0,-1 17-1,1 0 1,0 0-16,-1 0 15,36 17 17,-18 1-17,-17 0 1,35-1 0,0-17 77,18 0-61,-54 0-17</inkml:trace>
  <inkml:trace contextRef="#ctx0" brushRef="#br0" timeOffset="1363.83">20338 11836 0,'0'17'125,"0"1"-109,0 17 0,0-17-1,0 0 1,0 17-1,0-18 1,17 19 0,1-19-1,17 19 1,0-19 0,18 1-1,53-18 16,-53 0-15,-18 0 0,-17-18 15,0 18-15,-1-53-1,1 36 1,-18-19-1,18 1 1,-18 18 0,0-1-16,0 0 31,0-17-15,-36 0 15,19 35-16,-1-36 1,-35 36 15,18-17-15,0 17 0,17 0-16,-17 0 15,17 0 1,0 0-1,1 17 17,-1 1-17,18 0 1,-18-1 0,1-17 30,-1 18 48,18 0-78</inkml:trace>
  <inkml:trace contextRef="#ctx0" brushRef="#br0" timeOffset="4746.31">21890 4657 0,'53'17'125,"458"1"-94,71-18 1,-458 0-17,-36 0 1,-17-18-1,-18 18 1,-1 0 0,1-17-1,0-1 1,-17 18-16,-1 0 16,35-18-1,-17 18-15,18 0 31,-1 0 48,-34 0-64,17 0 1,0-17-1,52 17 1,19 0 0,-71 0-16,17 0 15,-17 0 1,-70 0 78,-177 17-63,-89 19-15,-228-19-1,299-17-15,-194 0 16,265 18-16,-194-18 15,18 0 1,228 0-16,-69 35 16,-36-35-1,88 0 1,35 0 0,54 0-1,70 0 157,52 0-156,89 0-1,71-17 1,0-1 0,34 0-1,-52 1 1,53 17-1,-264 0 1,105 0-16,-35 0 31,-71 0-31,-18 0 16,19 0 31,-19 0-32,1 0 1,0 0 15</inkml:trace>
  <inkml:trace contextRef="#ctx0" brushRef="#br0" timeOffset="7965.31">24095 6403 0,'-18'0'93,"-105"53"-61,17-18-17,-18 0 1,-87 18 0,105-35-1,0 17 1,18-17-1,-36 17 1,71-17 0,-35 17-1,35-17-15,-17 17 16,-1-17-16,1-1 16,-54 1-1,71 0-15,18-1 16,-141 18-1,70 1 1,-35 17 0,17 0-1,-17-1 1,35 1 0,-35 18-1,53-36 1,35 0-16,-123 36 15,87-36 1,36 1-16,-88 69 16,88-87-1,1 17 1,-72 54 0,36-37-1,-18 1 1,18 18-1,-18-1 1,-35 1 0,35 0-1,35-1-15,19-17 16,-54 71 0,53-72-16,-18 37 15,-87 105 1,87-106-16,0 18 15,-70 70 1,71-105 0,-18 34-16,-18 54 31,-18 0-15,-70 53-1,141-107-15,-17-16 16,-18 87-1,17-35 1,-17 36 0,53-142-16,-18 88 15,-18 36 1,18-71-16,-176 353 31,123-300-15,-17 124-1,52-142 1,-17 71 31,52-105-31,19-36-16,-18-1 15,17 19 1,0-18-16,1-18 15,-1 53 1,18-17-16,0-18 16,-18 88-1,1 18 1,-1-71 0,0 0-1,1 0 1,-1-17-1,18-36 1,0-17-16,-17 35 16,17-36-1,0 1 1,0 17 0,0 1-16,0-19 0,0 36 31,0-18-16,0-17 1,0 0 0</inkml:trace>
  <inkml:trace contextRef="#ctx0" brushRef="#br0" timeOffset="16966.43">23177 11730 0,'0'-18'172,"0"-17"-110,0 17-31,18 18 47,0 0 79,-1 18-48,-17 0-93,0-1 15,0 1-15,18-1-1,-18 1 16,18-18 16,-18 18-15,17-18 30,-17 17-31,36-17 204,-19 0-188,1-17-16,0-1 0,-1 18 78,1 18-93,-18 17 0,0-17 15,17-1-15,-17 1-1,0 0 1,0-1-1,0 1-15,0 0 16,0-1-16,0 1 31,0 17-15,0-17-16,-17-18 16,-18 35-1,17 0 1,0-35-1,18 18 1,-17 0 15,-1-1 63,0 18-63,1 1 1,-1-36-17,71-18 235,18-17-234,-54 35-1,1 0-15,-18-18 16,17 18 0,1 0 46,0 0-46,-1 0 46,1 18-46,0-18 0,17 17-1</inkml:trace>
  <inkml:trace contextRef="#ctx0" brushRef="#br0" timeOffset="22809.48">21625 8484 0,'0'18'47,"0"0"-16,0-1 0,18-34 188,17-19-188,-17 36-31,-1 0 16,19-17 0,-19 17-1,19 0 16,-19 0 1,1 0-17,0 0-15,-1 0 32,1 17-17,-18 1 1,0 0-1,35 17 1,-35 0 0,0 0-1,18 18 17,-18 0-17,-36-17 1,36-19-16,-35 1 15,-18 35 1,36-36-16,-19 19 16,-34-1-1,35-17 1,-1-18 0,19 17 46,17 1-31,0-36 94,17-17-109,36 0 0,18 17-1,-54 0 1,1 18-16,0 0 15,17 0 1,-17 18 0,-1 17-1,18 1 1,1-1 0,-36-18-1,0-34 126</inkml:trace>
  <inkml:trace contextRef="#ctx0" brushRef="#br0" timeOffset="31492.05">26811 11783 0,'-18'88'125,"1"-35"-109,-1 17-1,1 19 1,17-36 0,0-36-1,0 1 1</inkml:trace>
  <inkml:trace contextRef="#ctx0" brushRef="#br0" timeOffset="32903.18">26952 11818 0,'-17'18'78,"-1"17"-63,18 36 1,0-36 15,0-18-15,0 19 0,0-1-16,0-17 0,0 17 31,0-17-16,0 17 1,18-35 78,17 0-79,-35-18 1,17 18-16,19-53 31,-36 36 1,17-19-17,-17 1 1,0 17-1,0 1 1,0-1 0,0-17-1,0 0 17,0-1-17,0 19 1,0-1-1,0 0 1,-35 1 0,35-1 31,-18 18-32,18 18 157</inkml:trace>
  <inkml:trace contextRef="#ctx0" brushRef="#br0" timeOffset="34506.62">27146 11765 0,'0'71'125,"0"-54"-110,0 1 1,0 0-16,0 17 15,0-17 1,0-1 0,0 1-1,0-1-15,0 1 32,0 0-32,0-1 15,0 1 1,0 0-1,18-1 1,0-17 15,-1 0 32,18 0-48,-17 0-15,0 0 16,17-17 0,-17 17-1,-1-18 32,-17 0-16,18-17-15,-18 0 0,18 0-1,-18-18 1,0 35 0,0 0-16,0 1 15,0-36 1,0 35-1,-18-17 1,18 17 15,-18 1 1,1 17-1,-1 0 109,-17 0-108,17 17-17,0 1 17,18-1-17,0 1-15,-17-18 31,17 18 1,0-1 30</inkml:trace>
  <inkml:trace contextRef="#ctx0" brushRef="#br0" timeOffset="37207.1">30233 11712 0,'0'18'109,"0"141"-93,0-54 15,0-69-15,0-19-16,0 1 31,0 0-16,0-1 17,18 1-17,-18 0 1,0-1 31,17-70 78</inkml:trace>
  <inkml:trace contextRef="#ctx0" brushRef="#br0" timeOffset="39018.54">30321 11712 0,'0'-17'140,"18"17"-109,0 0-15,-1-18 0,1 18-1,-18-18 1,17 18 0,1 0-1,0 0 1,35 0-1,-36 18 1,19 0 31,-19 17-31,1-35-16,-1 35 31,1-17-16,-18-1 17,0 36-17,0-17 1,0-1 0,0 0-1,0-17 1,0 17-1,0-17 95,0-1-110,-18 1 31,18 0-15,18-18 202,17 0-186,1-18-1,-19 18-15,1-18-1,17 18 1,0 0 93,18 0-78,-35 0-15,0 0-16</inkml:trace>
  <inkml:trace contextRef="#ctx0" brushRef="#br0" timeOffset="42303.04">28310 8590 0,'0'53'157,"0"88"-126,0-123-15,0 35-1,0-36 1,0 19-1,0-19-15,0 1 16,18 0 0,-18-1-16,0 1 15,0 17 1,18-35 234</inkml:trace>
  <inkml:trace contextRef="#ctx0" brushRef="#br0" timeOffset="44110.73">28487 8714 0,'0'-18'125,"0"0"-109,17 1 15,1-1 0,-18 0-15,18 18 93,-1 0-77,1 0-17,0 0 17,-1 0-17,-17 18 1,36 0-1,-36 17 1,35-17 0,-18 17-1,-17-17 32,0-1-31,0 1-16,0-1 15,0 1 1,0 17 0,0-17 15,0 0-15,0-1-1,0 1 16,0 0 1,0 17-1,0-18-15,0 19-1,0-19 1,-17-17-1,17 18 1,0 0 47,0-1-17,0 1-14,17-18 30,36 0-46,0-35-1,35 17 1,-70 18-16,0 0 16,-1 0-16,1 0 78,0 0-47</inkml:trace>
  <inkml:trace contextRef="#ctx0" brushRef="#br0" timeOffset="49283.26">25294 6526 0,'0'18'63,"18"35"-32,-18-18-15,0-17-1,0 17 1,0 18-1,17-53-15,-17 18 16,0 17 0,0-17-16,0 17 15,18 0 1,-18 18 0,0-35-1,0 17 1,18-17-1,-18-36 173</inkml:trace>
  <inkml:trace contextRef="#ctx0" brushRef="#br0" timeOffset="51483.92">25471 6562 0,'0'-18'125,"0"-17"-94,17-18 0,1 18 0,-18 17 1,17 18-17,1 0 48,0 0-32,35 0 0,0 18 0,-36-18-15,1 0 0,-18 17 15,17-17 0,1 35-15,0-35-16,-18 71 31,0-18-15,0-18-1,0 0 1,0 1 0,0 34-1,0-52 1,0 17-1,0-17 1,-18 0 0,18-1-1,0 1-15,0-1 32,-18-17-32,18 18 0,0 0 15,0-1 16,0 1-15,0 0 78,0-36 46,0-17-124,0 17-16,0 0 16,0 1-16,0-18 15,18-1 1,0 19-16,-18-19 31,53 54 110,-53 0-126,35-1 1,0 36 0,-17-53 15,0 0-15,-1 0 30,1 0-30,35-17 15,-36-1-15,19 18 0,-36-18 30</inkml:trace>
  <inkml:trace contextRef="#ctx0" brushRef="#br0" timeOffset="55765.36">22560 8961 0</inkml:trace>
  <inkml:trace contextRef="#ctx0" brushRef="#br0" timeOffset="69735.83">1693 12153 0,'106'0'78,"-35"0"-63,70-17 1,0-1 0,-53 0-16,-17 1 15,211-36 1,-106 53-1,18 0 1,-53 0 0,36 0-1,-1 0 17,36 0-17,-124 0-15,0 0 16,106 0-1,-88 0 1,-53 0-16,18 0 16,-36 0-16,53 0 15,159 0 1,-124 0 0,-34-36-16,69 36 15,-16 0 1,-54 0-1,-53 0 1,36 0 0,-1 0-1,1 0 17,-36 0-17,-53 0 157,-17 0-156,-335 0-1,193 18 17,107-18-32,-19 0 0,-140 0 31,70 0-16,54 0 1,-37 0 0,72 0-1,-18 0 1,0 0 0,17 0-1,18-18-15,18 18 16,-89 0-1,18-17 1,71 17-16,-71 0 16,36 0 15,-18 0-15,35 0-1,-18 0 1,36 17-1,-53-17 1,-18 18 0,18 0-1,17-18 1,18 0 0,36 0-16,-1 0 15,-53 0 1,1 0-1,-1 17 1,1-17 0,-1 0-1,36 18 17,0-18-17,-1 0 1,-34 18-1,-1-18 1,-17 0 0,70 0-1,-17 0 1,0 0-16,17 0 16,-17 0-1,-53 17 1,17-17-1,36 0 1,0 0-16,-1 0 16,-17 0-16,0 0 31,36 0 156,-1 0-171,18 18 281,18 0-266,-18-1-15,35-17-1,-35 18 1</inkml:trace>
  <inkml:trace contextRef="#ctx0" brushRef="#br0" timeOffset="77518.55">25312 7426 0,'17'0'141,"107"0"-110,-89 0-31,18 0 15,-18 0 1,18 0-16,-17 18 31,-1-1-15,-18-17 0,1 18-1,53-18 1,70 18-1,-53-1 1,18 1 0,0-18-1,-53 17 1,35 1 0,-53 0-16,36-1 15,-18-17-15,17 0 16,36 18-1,53-18 17,-89 18-32,71-1 31,-17 1-15,-18-18-1,-18 18 1,-18-1-1,-17 18 1,-17-17 0,16 0-1,72 35 1,-71-36-16,0 1 16,17 0-16,1-1 15,70 1 1,-88-1-1,-53 1 1,18-18 31,17 35-16,0 1-15,0-1-1,18-17 1,-35-18-16,0 0 16,-18 17-16,17-17 15,1 18 17,35 0-17,-36-18 1,-17 17-1,18-17 1,0 18 0,-36-18 109,0 0-78,1 0-16,-36 0-16,35 0-15,-17 0 16,17 0 0,1 0-1,-19-35 17,19 35-32,-1 0 15,-52-36 1,-1 36-1,18-17 1,0-1 0,-17 0-1,-19 1 1,19-19 0,35 36-16,-36-17 15,0-1 1,36 0-16,-53 1 31,17-1-15,19 18-1,16-17-15,-140-36 32,88 35-17,-1 0 1,37 18-1,-1-17 1,-18-1 0,1 18-1,52 0-15,-17 0 16,-1-18-16,19 1 16,-19 17-16,1-18 15,18 18 1,-1-17-16,0-1 15,-35 18 1,18 0 15,-18 0-31,35-18 32,-17 18-17,18 0 1,-19-17-1,1 17 1,0 0 0,17 0-16,0 0 15,18-18-15,-17 18 16,-18-18 0,-1 1-1,1 17 1,-36-18-1,36 0 1,0 18 0,0-17-1,17 17 17,-17-18-1,-36 18-16,53 0-15,-17 0 16,0 0 0,17 0 77,36 0 64,0 0-142,52 18-15,-35-1 16,107 54 0,-19-36-1,-35 1 1,18-1-1,-18 0 1,-35-35-16,0 18 16,88-18-1,-35 17 17,-53 1-17,35 0 1,-35 17-1,0-17 1,53-1 0,-36-17-1,-17 18 1,18-18 0,-54 17-1,19-17-15,-19 18 16,54 0-1,-18-18 1,0 0 0,-18 0-1,36 0 17,17 17-17,-35 1 1,-36-18-16,19 0 15,-1 18 1,0-1-16,18-17 16,-18 18-16,-17-18 15,35 18-15,-35-18 16,87 0 0,-34 35-1,-1 0 1,1 0-1,35 1 1,-36-36 0,1 17-1,-71 1 17,35-18-17,-35 18 1,18-18 15,17 17-15,36 1-1,-18-18 1,-18 18 0,-53-1 202</inkml:trace>
  <inkml:trace contextRef="#ctx0" brushRef="#br0" timeOffset="81553.67">25471 7373 0,'35'0'125,"53"18"-109,-70-18-16,35 17 15,52 1 1,-34 17-1,17-17 17,-70-18-32,141 53 31,-89-18-15,36 0-1,-36 1 1,-17-19-1,0 1 1,53 17 0,-71-17-16,-17-18 15,70 17 1,-70-17-16,17 0 16,0 18-1,1 0-15,-19-18 16,54 35-1,35-17 1,-18-18 0,53 0-1,-88 17 17,0 1-17,-18 0 1,-17-18-1,17 17 1,36-17 0,17 35-1,-53-35-15,18 18 16,35 0 0,-70-1-16,17-17 15,-17 0 1,17 36-1,0-19 1,18 1 0,18 17-1,17 1 1,-17-1 15,-54-35-31,18 0 16,-17 17-1,0 1-15,-1-18 16,-17 18 0,18-18-1,-18 17 1,18-17 0,-18 18-1,17-18-15,1 18 31,0-1-15</inkml:trace>
  <inkml:trace contextRef="#ctx0" brushRef="#br0" timeOffset="83226.98">28522 9402 0</inkml:trace>
  <inkml:trace contextRef="#ctx0" brushRef="#br0" timeOffset="88503.1">28575 9525 0,'53'35'172,"106"53"-141,-71-17 0,35-18 1,-105-35-32,17 17 15,53 0 1,-17 0-1,-18-17-15,0 17 16,17 1 0,-34-19-16,-19 1 15,19 0 1,-36-1 0,35 1-1,-18-1 1,1 1-16,0 0 15,35 17 1,0 0 0,-18 1-1,-17-19-15,34 36 16,1-18 0,-35 1-1,53 17 1,-36-36-16,0 18 0,-17 1 15,17-1 1,0 18 0,18 0-1,0 17 1,-18-34 0,1-1-1,-36-17-15,35-1 16,-17 1-16,-1 17 31,19-17-15,-36-1-16,17-17 15,36 53 17,-35-35-32,17 0 31,-17-18-31,-18 17 15,17 1 126,1-18-141,0 35 16,-1-35-1,-52-35 126,0 0-125,-89-54-1,54 19 1,-1 35-1,18-36 1,-17 36 0,17-36-1,-36 18 1,37 18 15,16 0-31,-17-18 16,18 35-1,-18-17-15,18 0 16,-36-18 0,36 53-16,-18-53 15,-35-18 1,53 36-16,-18 17 16,0-52-1,18 52 1,17 1-1,-17-19-15,-1 19 16,1-1 0,-18-17-1,18-18 1,0 35 0,17 0-1,-53-52 1,36 17-1,0 35 1,17-17 0,1 17-1,-19 1 1,19-1 0,17 1-1,-18-1 1,0 18-16,18-18 15,-17 1 1,-1 17-16,18 53 219,18-1-219,88 90 15,-18-37 1,-35-52 0,17 36-1,-34-54 17,16 35-17,1-17 1,18 18-1,-18-36-15,-18 0 16,36 36 0,-36-36-16,0 0 15,0 1 1,1-1-16,-19-17 16,54 52-1,-53-34 1,52 16-1,-35-34 1,1 35 0,-19-53-1,1 18 17,0-1-32,-1 1 15,19-18 1,-19 18-16,1-1 15,52 18 1,-34-17-16,-19-18 16,71 53-1,-17-35 1,-36-18 0,-17 17-1,17 1 1,-17 0-1,17-18 1,-17 17 0,-1-17-16,1 18 31,17-18-31,-35 17 16,18 1-1,0-18 48,-1 18-32,-34-36 141,-54-52-157,-35-36 1,18 18 0,0 35-1,53 0 1,17 35-16,0 18 16,18-18-16,-17 1 15,-19-1-15,36 1 16,-17-1-16,-19 0 15,-34-35 1,52 18 0,-35 0-1,0-1 17,18 1-17,-35 0 1,34 0-1,-17-1-15,18 1 16,0 0-16,-18 0 16,0 17-16,0 0 15,-53-52 1,89 52-16,-1 0 16,-88-52-1,18-1 1,35 18-1,-35 18 1,35 0 0,-71-18-1,89 18 17,-18 35-32,36-18 15,-72-53 1,54 54-16,18-1 15,-54-17 1,53 17-16,-35 1 31,53-1-15,-17 0 0,-1 1-1</inkml:trace>
  <inkml:trace contextRef="#ctx0" brushRef="#br0" timeOffset="93061.96">31450 13582 0,'-18'-53'94,"-17"18"-78,18-1-16,-1 19 0,-17-18 15,-36-36 1,1 0 0,-1 1-1,-35-36 1,0 0-1,36 36 1,52 52 0,-52-35-1,52 18 17,0 35-32,18-18 0,-35 1 31,35-1-31,-18 18 15,1-18-15,17 1 32,-18-19-17,0 36 1,1-53 0,17 18-1,-18-18 1,1 18-16,-36-89 31,17 36-15,36 71-1,0-1-15,0 0 32,0 36 108,53 53-124,-17-36-1,-1 35 1,0-17 15,-17-17-15,-1-1 0,19 18 15,-19-36-31,-17 19 15,18-1-15,0-17 16,17 52 0,-18-52-16,1 17 15,-18 0-15,18 1 16,-1-19-16,1 19 16,35 16-1,-18-16 1,1 17-1,-19-36 1,1 1 15,17 0 1,-35 17-17,53-17 1,-53-1-16,18 1 15,-1-1-15,-17 1 16,18 17 0,17 18-1,-17-35 1,-18 0 0,17-1-1,-34-87 188,-1 52-187,1-17-16,-1-18 16,-17 0-16,-18-18 15,17 18 1,1-17-16,-53-54 15,35 54 1,0-18-16,-17-1 16,52 72-1,0-18-15,1-18 32,-1 35-17,18 0-15,-18 1 31,18-1-15,-17 0 0,-1-17-1,0 0 1,18 17 0,-17 1-16,17-1 15,0 0 1,-18 1 46,18-1-46,-17 18 15,17 35 125,52 106-140,-16-52 0,-1-36-1,-17-18 1,-1 0 0,1-17-1,-18 17 1,18-17-16,-18-1 15,35 36 1,-35-35-16,17 17 16,1 0-16,17 18 15,1 18 1,-1-1 0,0-34-1,-17-1 1,0-17-1,-1-18 1,-17 17 0,0 1-1,18-18-15,-1 18 32,-17-1-32,36 36 31,-19-35-16,-17-1 1,18-17 0,0 18-1,-18 0 17,35-1-17,-17-17-15,-18 18 16,0 0-1,17-18 48,1 0 15,-18 17-62</inkml:trace>
  <inkml:trace contextRef="#ctx0" brushRef="#br0" timeOffset="101156.13">7338 10989 0,'17'0'78,"36"176"-62,-53-105-1,36 123 1,-19-71 0,54 71 15,-54-158 0,1-1-31,-18-17 16,18 35-1,-1-53 1,19-89 93,17-69-77,-18 105-17,18-18-15,17-35 32,-52 89-17,0 34 32,-1 1-31,36 70-1,-35-53-15,-1 1 16,1 52 0,-18-53-1,0 18 1,0-35-16,0-1 15,0 1 126,18-18-110</inkml:trace>
  <inkml:trace contextRef="#ctx0" brushRef="#br0" timeOffset="101894.79">8220 11747 0,'106'53'94,"-1"36"-63,-105-36 0,0 35 1,-35-18-1,0-17 0,17-35-15,18-1 78,71-105-1</inkml:trace>
  <inkml:trace contextRef="#ctx0" brushRef="#br0" timeOffset="102695.33">9119 11024 0,'0'36'94,"0"87"-79,0 53 1,0-52 0,0-18-1,0-89 1,0 1 0,0-141 124</inkml:trace>
  <inkml:trace contextRef="#ctx0" brushRef="#br0" timeOffset="105134.62">9102 11553 0,'0'0'0,"0"36"16,0-19-1,-18 19-15,18-1 16,0 0 0,0-17-1,0 17 17,0-70 77,0 0-78,0-18-15,0 35-1,18-105 1,-1-177 15,-17 159-15,0 17 15,18 1-15,-18 17-1,18 18 1,-18 17 0,17 0-1,-17 54-15,0-18 16,0 17 0,0 0-16,0 1 15,0-1 1,0-17-1,0 17 1,0 0 0,0-17-1,0 53 95,0 17-95,0 0-15,-17 36 16,-1-1 0,0 1-1,18 0 1,0 34-1,0-16 1,0 16 0,0-52-1,18 0 1,-18-35-16,0 17 31,18 0-31,-18 1 31,17 17-15,1 0 0,-18-18-1,0 18 1,17 0 0,1-36-1,0 19 1,-18-19-1,0 36 1,0-35-16,17 17 31,1 0-31,-18-17 16,18-18 46,52-35 1,-34-1-47,-19 19-16,18 17 15,36-53 1,-71 35 31</inkml:trace>
  <inkml:trace contextRef="#ctx0" brushRef="#br0" timeOffset="106047.92">9931 11536 0,'0'17'141,"17"19"-126,19-1 1,-19-17-16,1 17 16,0 0-1,-18 0 1,0 36 15,-36-18-15,1 0-1,0-35 1,35-1 15,-18-17 16</inkml:trace>
  <inkml:trace contextRef="#ctx0" brushRef="#br0" timeOffset="107766.43">10477 10813 0,'0'35'109,"18"18"-78,0 88-15,-18-53 0,17-17-1,-17-36 1,0-17 0,0-1 15,0-211 172,0 124-187,0-1-1,0-70 1,18 106-1,0-1 17,-18 19-17,17-1 1,-17 1 15,18 17-15,0-18-1,-1 0 1,19 18 0,16 0-16,-16 0 15,52 0 1,-18 0 0,-70 18-1,18 0 1,0 17-1,-1 35 1,-17-17 0,0 0-1,0 18 1,0-18 0,0-36-1,0 54 1,0-18-16,0-18 15,0 36 1,0-54 0,0 1-1,18-18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16:17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13088 8114 0,'18'-18'235,"-1"1"-220,1-1 17,0 18-1,17 0-16,53 0 1,36 0 0,-19 0-1,-69 0-15,-1 0 16,18 35 0,-36-17-16,1 0 31,0 17-16,-18 0 1,17 18 0,-17 0-1,0 70 1,-70 71 31,35-123-32,17-36-15,-17 1 16,35-1 0,-36 0-1,19 0-15,17-17 16,-18 17 0,0-17-1,18 0 1,0-1-1,0 1 17,0 17-17,0-17 1,0-1-16,18 19 31,0-1-31,17-17 0,18 17 31,88 0-15,-53-35 0,-35 0-1,-35 0 1,-1 0 15,1-18-15,-18 1 15,0-1 0,-35 1 63,-53 17-78,17 0-1,-17 0 1,53 0-16,17 0 16,-17 17-1,17 1 1,18-1-1,-18 1 1,18 0 0,-17-1-1,17 1 1,-18 17 0,18 1 30,0-1-30,0 0 0,18 18-1,-18-35-15,17-1 16,-17 19 0,0-19-16,18 19 15,17 34 1,-17 1-1,0-36 1,17 18 0,-18 17-1,-17-34 1,0-1 0,36 0 15,-36 18-16,0-35 1,0-1 0,0 1-1,0 17 1,0 1 0,-18-1 15,0-17-16,1-1 1,-18 1 0,-18-1-1,0-17 1,-35 0 15,17-17-15,36-1-16,17 18 15,-70-53 1,35 36 0,18-19-1,-1 36 1,36-17 0,-17-1-1,-1 0 1,0 1-1,18-1 1</inkml:trace>
  <inkml:trace contextRef="#ctx0" brushRef="#br0" timeOffset="37108.19">14905 8661 0,'17'0'15,"1"0"1,53 70-1,-18 1 1,35-18 0,-35 17-1,-18-34-15,-17-19 16,17 36 0,35 18 15,36 70-16,-53-88 1,18 17 0,-18-17-1,-18 18 1,-17-36-16,-1-17 16,1 17-1,-18-88 141,0 35-156</inkml:trace>
  <inkml:trace contextRef="#ctx0" brushRef="#br0" timeOffset="37893.06">15910 8625 0,'-17'18'78,"-89"106"-62,53-72-16,0 1 15,18-35-15,-89 88 16,36-18 0,-18 0 15,71-70-31,-36 35 15,36-18 1,17 0-16,-34 1 16,-37 34-1,19 1 1,52-54 0,0 1-1,18 0 1</inkml:trace>
  <inkml:trace contextRef="#ctx0" brushRef="#br0" timeOffset="45461.44">14922 11624 0,'0'-18'109,"106"-70"-77,35-53-1,-17 0 0,-36-35 0,-88 52-15,18 71-16,-1 0 16,19-105-1,-36 122-15,0-17 16,0-17 0,0 17-1,0 18 1,0 17 15,-18 18 47,0 0-47,-17 70-15,17-34 0,1-1-1,-1 18 1,1 18 0,-1-19-1,18-16 1,0 34-1,0-52-15,0 17 16,0-17-16,0 35 16,0 0-1,0 0 1,0 17 0,0 1-1,0 17 16,18-18-15,17 19 0,0-19-1,71 18 1,-36-35 0,19-35-1,-54-18 1,0 0-1,1 0-15,-1-18 32,0 1-17,-17 17 1,-1 0 46,-17-18-15</inkml:trace>
  <inkml:trace contextRef="#ctx0" brushRef="#br0" timeOffset="46068.13">16669 11148 0,'35'0'62,"0"0"-46,36 0 0,88 0-1,-18 0 1,-35 0 0,-18 0-1</inkml:trace>
  <inkml:trace contextRef="#ctx0" brushRef="#br0" timeOffset="46867">16704 11377 0,'35'0'94,"71"0"-78,-35 0-1,17 18-15,282 17 31,-334-35-15,16 18-16,-16-18 16</inkml:trace>
  <inkml:trace contextRef="#ctx0" brushRef="#br0" timeOffset="49235.17">18080 10707 0,'0'-18'188,"17"-17"-173,1 17-15,-18 1 16,35-1-1,-35 0-15,36 18 16,-19-17 0,1-1-1,0 18 48,52 18-32,-70-1-15,35 19-1,-17 17 1,0-1 0,-1 1-16,-17 0 15,-17 88 1,-71-70-1,17-18 1,36-36 0,17-17 109,18-17-94,18 17-15,17 0-1,-17 0 1,35 0-1,17 0 1,18 35 0,-35 36-1,-18-18 1,1 17 0,-36-52-1,17 52 16,-17-17-15,-35-17 0,-71-1-1,-35-18 1,53-17 0,-71 0-1,71-17 1,53-1-16,-1 18 15,36-17-15,-17 17 32,17-18-1</inkml:trace>
  <inkml:trace contextRef="#ctx0" brushRef="#br0" timeOffset="60257.22">13935 11889 0,'0'0'0,"17"0"47,1 0-32,17 0 1,1 0 0,-19-18-1,18 18 1,159-35 15,-123 35-31,88-18 16,-36 18-1,36 0 1,-53 0 0,-18 0-1,-17 0 1,52 0-1,1 0 1,52 0 0,-17 0-1,-71 0 1,-18 0-16,142 0 16,-177 0-1,124 0 16,53 18-15,-71-1 0,71-17-1,-71 0 1,-18 0 0,18 0-1,-53 0 1,54 0-1,-37 18 1,-16-18-16,-19 0 16,107 0-1,-107 0-15,-35 0 16,142 0 15,-124 0-31,17 0 0,89 18 31,-71-18-15,53 0 0,-53 0-1,18 0 1,18 0 0,-89 0-16,0 0 15,106 0 1,-105 0-16,17 0 15,52 0 1,-52 0-16,36 0 16,-1 0-1,-35 0 1,-18 0 0,0 0 15,-17 0 0,0 0 0,-18-36 172,0-17-187,0-17 0,17-1-16,-17 18 15,53-158 1,-35 105 0,-1-18-1,1 54 1,-18-36-1,18-35 1,-18 53 0,0-36-1,0 18 1,0 53 15,0 36 0,0-1 1,0 1-17,0-1 1,0 0 0</inkml:trace>
  <inkml:trace contextRef="#ctx0" brushRef="#br0" timeOffset="70500.46">547 13652 0,'17'0'63,"1"0"-32,35 0-15,0 0-16,0-17 15,70 17 1,160 0-1,-142 0-15,-18 0 16,71 0-16,-35 0 16,17 0-16,177 0 15,-124 0-15,18 0 16,476 0 0,-193 17-1,69 1 16,-140 0-15,-36-18 0,-140 0-1,140 0 1,-106 0 0,-17 0-1,-35 0-15,-36 0 16,-52 0-16,-19 0 15,160 0-15,-195 0 16,794 0 0,-564 0-1,88-18 1,-106 18 0,-105 0 15,-36 0-16,-18 0 1,-70 0 0,-36-18-1,-52 18-15,0 0 16,-36 0 125,-246 0-110,140 0-31,-141 0 31,-176 0-15,265 0-16,-88 0 15,-336 0 1,335-35 0,-35 35-1,124 0 1,-18 0-1,106 0 1,-18 0-16,0 0 16,-70 0-16,52 18 0,36-18 15,0 0 1,-36 0-16,36 0 16,-212 17-1,0-17 16,142 0-15,-72 0 0,36 0-1,-35 0 1,88 0 0,-18 0-1,-123-17 1,70 17-1,-88 0 1,-105-18 0,246 1-16,71 17 15,-247-18 1,141-17-16,88 35 16,-247 0-1,159-18 16,18 18-15,70 0 0,-18-18-1,18 18 1,-52 0 0,-1 0-1,-17 0 1,87 0-16,-34 0 15,-142-17 1,195 17-16,-18 0 16,-71 0-1,88 0 1,18 0 0,18 0-1,0 0 16,17 0-15</inkml:trace>
  <inkml:trace contextRef="#ctx0" brushRef="#br0" timeOffset="78490.53">12876 12418 0,'0'0'0,"0"-18"16,0 0-16,0 1 47,-17 52-1,-36 0-30,-53 71 0,53-53-1,-35 71 1,35-71 0,35 17-1,18 36 1,0-71-16,0 18 15,0 106 1,0-106-16,0 17 16,18 107-1,0-54 1,-18-35 0,0 54 30,0-125-30,-53-17 78,-53-70-79,-18 17 1</inkml:trace>
  <inkml:trace contextRef="#ctx0" brushRef="#br0" timeOffset="79159.88">12171 13229 0,'17'0'16,"1"0"31,17-17-16,106 17-15,89 0-1,17-18 1,-177 18-16,1 0 16,35 0-1</inkml:trace>
  <inkml:trace contextRef="#ctx0" brushRef="#br0" timeOffset="79771.52">13511 12965 0,'36'17'46,"52"107"-30,0-36 0,53 53-1,-88-88 1,-35-18 0,-1-17-1</inkml:trace>
  <inkml:trace contextRef="#ctx0" brushRef="#br0" timeOffset="80381.73">13899 12859 0,'0'35'32,"-52"53"-1,-72 71 0,71-71-15,0-17-1,18-1 1,0 18 0,-1-52-1,19-1-15,17-17 16,0-1-1,0 1-15,-18-18 16</inkml:trace>
  <inkml:trace contextRef="#ctx0" brushRef="#br0" timeOffset="81128.14">13141 12912 0,'0'17'31,"0"19"-15,-35 52 0,-1-18-1,19-34 1,-1-19-16,18 71 31,0 54-15,0-54-1,18 0 1,52-18 0,19 1-1,-19 0 1,36-36-1,-18 0 1,-53-35-16,18 0 31,-35 0 79</inkml:trace>
  <inkml:trace contextRef="#ctx0" brushRef="#br0" timeOffset="81912">14235 12735 0,'0'18'47,"88"105"-16,-53-70-31,53 159 32,-70-141-17,17 123 1,-17-53-16,-18-36 16,0 1-1,-18-53 1,-52 35-1,34-88 1,19 36-16,-1-19 0,0-17 16,1 18-1</inkml:trace>
  <inkml:trace contextRef="#ctx0" brushRef="#br0" timeOffset="82406.96">15117 13441 0,'17'0'78,"124"-18"-62,-105 18 0,-19 0-1,1 0 48</inkml:trace>
  <inkml:trace contextRef="#ctx0" brushRef="#br0" timeOffset="83044.71">14958 13723 0,'17'0'109,"125"-18"-93,-54 1 0,-18-1-1,-17 18-15,-18-18 16,36 18 15,-53 0 0,-18-17 47</inkml:trace>
  <inkml:trace contextRef="#ctx0" brushRef="#br0" timeOffset="84362.91">16686 12612 0,'0'17'94,"0"389"-63,0 53 0,0-389-15,18-17 0,-18-35-1,18-18 32,-1-53-31,1-18-1,35-17 1,17-35 0,-34 35-1,-19 88 1,-17 17 46,53 107-30,-35-107-32,0 1 15,17 17 1,-18-17 0,1-18-1,-18 17-15,18-17 16,17 18-1,18-18 1,-35 0-16,-1 0 16,1 0-1,-1 0 79</inkml:trace>
  <inkml:trace contextRef="#ctx0" brushRef="#br0" timeOffset="84855.92">17480 12965 0,'0'35'32,"0"18"-17,-18 0 1,1-18-16,-1 106 16,18-17-1,0 34 1,35-52-1,1-71 1,-1-17-16,36 35 16,17-53-1,-53 0-15,0 0 16,1-18 0,-19-35 30,-17 36-46</inkml:trace>
  <inkml:trace contextRef="#ctx0" brushRef="#br0" timeOffset="85327.52">17956 13141 0,'89'123'16,"-19"-52"0,-35-36-16,89 71 15,17-18 1,-88-52-16,0-1 15,-53-53 79,0 1-94</inkml:trace>
  <inkml:trace contextRef="#ctx0" brushRef="#br0" timeOffset="85773.13">18344 13123 0,'0'0'0,"-52"159"16,-19-71-1,36 18 16,-36 0-15,36-53 0,35-36-1,0-34 95,35-18-95</inkml:trace>
  <inkml:trace contextRef="#ctx0" brushRef="#br0" timeOffset="86293.49">18538 12841 0,'71'88'63,"-18"36"-47,-18-54-16,0 71 15,1-17 1,-36-18 15,0 0-15,-36 17-1,36-88 1,-17-17-16,17 0 16,0-1-1,0-52 63,35-71-62</inkml:trace>
  <inkml:trace contextRef="#ctx0" brushRef="#br0" timeOffset="86639.98">19491 13282 0,'53'-35'32,"70"17"-17,54-35 1,17 18 0,-18 0 15,-158 17-31,17 0 15,-17 18-15</inkml:trace>
  <inkml:trace contextRef="#ctx0" brushRef="#br0" timeOffset="87093.73">19861 12947 0,'18'141'63,"0"-88"-47,-1 35-1,19-17 1,-19-18-1,1-53 1,-18 17 0,17-17 46,107-35-31</inkml:trace>
  <inkml:trace contextRef="#ctx0" brushRef="#br0" timeOffset="88105.58">21167 12612 0,'-36'0'31,"-17"17"-15,18 36-16,18-17 16,-54 122-1,53-105-15,18 18 16,0 52-1,0-87 1,18-19 0,35-70 31,-18-17-32,36-36 1,-36 0 15,-35 18-15,0 53 15,0 105 63,35 89-79,1 17 1,52 36 0,-53-89-1,53 142 1,-70-141 15,-18-89-31,0-18 0,0 19 16,0-1-1,-53 18 1,-18-35 0,-17-18-1,-18 0 1,-35-53-1,0-36 1,53 19 0,35 52-1,53 1-15,-18 17 16,18-18 31,53-53-32</inkml:trace>
  <inkml:trace contextRef="#ctx0" brushRef="#br0" timeOffset="88622.97">21696 12400 0,'0'0'0,"-18"18"16,1 35-1,-1 0 1,-17 35 0,35-35-16,0 17 15,0 124 1,17-123-16,19-1 15,16 19 1,54-1 0,-53-53-1,35-17 1,-35-18 0,-17 0-1,-19-36 1,1 19 15,-18-1-31,0 1 0</inkml:trace>
  <inkml:trace contextRef="#ctx0" brushRef="#br0" timeOffset="89107.28">22190 12682 0,'53'89'62,"17"-1"-46,54 18 0,-36-71-1,-18 18 1,-52-36-1,0-17 95,-18-17-95</inkml:trace>
  <inkml:trace contextRef="#ctx0" brushRef="#br0" timeOffset="89590.84">22419 12682 0,'-18'36'16,"1"17"0,-19 17-1,19-17 1,-18 18 15,17-1-15,0-52-1,18 17 1,0-17 31,-17-1-32,105-70 79,88-88-78</inkml:trace>
  <inkml:trace contextRef="#ctx0" brushRef="#br0" timeOffset="90155.24">23036 12118 0,'0'18'16,"71"140"15,-18-52-31,35 18 16,-17 52-1,-18-53 1,-53-17 0,0 18-1,-18-1 1,0-70-16,-17 0 15,-53 53 1,17-36 0,18-17-1,36-53-15</inkml:trace>
  <inkml:trace contextRef="#ctx0" brushRef="#br0" timeOffset="90973.38">17639 14446 0,'0'36'47,"0"246"-15,-18-194-32,-88 194 15,18-70 1,35-124-1,18 0 1,-53 0 0,70-88 31,-52-158-32,-54-89 1,1 70-1</inkml:trace>
  <inkml:trace contextRef="#ctx0" brushRef="#br0" timeOffset="91731.41">16863 14887 0,'0'18'31,"35"35"-15,0 17 0,1 19-1,17-1 1,-1 0 0,-34-70-16,-18-1 15,18 18 1,-1-17-1,-17 0-15,18-1 16,0-17 0,-1 18-16,19 17 15,-1-17 1,53 17 15,-53 0-15,-17-17-1,0-18 17,17 0-17,0 0 32,36-18-31,-1-17-16,54-53 15,17 0 1,18-36 0,-89 89-1,-35 35 1,-35-18 0,-53 18 155</inkml:trace>
  <inkml:trace contextRef="#ctx0" brushRef="#br0" timeOffset="93506.13">16510 16175 0,'0'0'0,"0"300"31,18 88 0,-18-335 1,0 0-17,0-36 1,0 1 0,17-18 46,1-71-46</inkml:trace>
  <inkml:trace contextRef="#ctx0" brushRef="#br0" timeOffset="93955.5">16880 15822 0,'0'0'0,"0"141"15,0 0 1,0-35 0,18 18-1,17-19 1,1 72 0,-1 34-1,-17-140 1,-1 17 15,-17-70-15,-17-71 31,-54 18-32,-17-1-15</inkml:trace>
  <inkml:trace contextRef="#ctx0" brushRef="#br0" timeOffset="95605.98">16475 16563 0,'88'-18'32,"0"-35"-17,-35 18 1,70-18 0,19 0-1,-54 36 1,-53 17-16,-17 0 15,35 0 1,-18 0 0,-17 0-1,-18 70 63,0 36-46,-18-18-17,18-17 1,0 17 0,0-70 15,53-18-16,17 0 1,1-36 0,-1 1-1,-17-18 1,-35 18 0,-18 17-1,0-35 1,0 18-1,-18 35 1,-17-18 0,17 1-1,-17 17 1,35-18 46,-17-70-30,17-18-1,35 71 0,0 35 0,0 0-31,-35 35 0,106 18 32,-70 0-17,-1-35 1,-18 17 0,19 18-1,-19 0 1,1 0-1,-18-1 1,18 1 0,-18-35-16,17-18 31,-17-71 31,18 1-46,0-1 0,-1 36-1,-17-18 1,18 53 0,-1 0 46,36 18-46,0 35-1,18-18 1,-36 0 0,-17-105 93,-18-18-78,0-36-15,-18 71-16,18 18 15,-18-71 1,36 106 78</inkml:trace>
  <inkml:trace contextRef="#ctx0" brushRef="#br0" timeOffset="96973.21">18856 16122 0,'0'0'0,"18"141"16,-18-88-1,17-35-15,-17 35 31,0-89 48,0-70-64,-17-35 1,-1 71-1,18 17 1,18 53 47,105 176-32,-88-141-31,1 54 31,-19-72-15,-17 1-1,0-36 32,18-52-31,0 17-16,17-18 15,0 1 1,-35 52 0,18 53 31,52 71-32,-17-53 1,18-35-1,-36-18 17,0 0-17,36-36 1,-53-16 0,-1 16-16,1 1 15,-18-18 1,0 18-16,0 0 0,0 17 15,0 0 1,0 36 47,17 123-32,36-35 0,-35-89-15,0-17-1,-1 0 1,19-17 0,52-71-1,-53 35 1,-35 17-1,0 19 1,0-18 0,0 52 62,35 54-47,-35-36-31,36 18 31,-19-53-15,18 0 15,36-35-15,0-1-1</inkml:trace>
  <inkml:trace contextRef="#ctx0" brushRef="#br0" timeOffset="97923.38">20320 15822 0,'-18'18'32,"1"-1"-17,-19 54 1,19-1-1,-1-17-15,18-17 16,0 17 0,0-36-1,0 1 1,18-18 15,70-71 0,-53 1-15,36-18 0,-36-18-1,-35-35 1,0 70-16,0 36 16,-35-71-16,0 35 15,-18 1 1,35 52-16,18 1 15,0 69 32,-18 142-31,18-70 0,36 70-1,17-88 1,-18-71 15,-18-17-15,1-18-1,0-18 1,35-52 0,-18 17-1,35 0 1,-70 35-1,18 18 1,17 18 31,1-1-31,-19 1-1,-17 0 1,18-18 15,-18 17-15,18 1-1,-18 17 1,0 18 0</inkml:trace>
  <inkml:trace contextRef="#ctx0" brushRef="#br0" timeOffset="99039.35">18715 17039 0,'0'71'31,"0"-36"-16,0 53-15,17 18 16,-17 70 0,0 18-1,0-123-15,0 17 16,0-70 0,0-1 15,-17-34 31,-1 17-46,-70 0 0,35 0-16,-17 0 15,-19 0 1,72 0-16,17-18 31,0 1-15,17-36-1,-17-36 1,53 19 0,18-36-1,17 53 1,-35 18 15,0 35-15,-36 0-16,1 0 15,88 53 1,-53 17 0,17-17-1,-17 0 1,-17-18-1,-36-17 1,0 0 0,0-1-1,0 1 1,0-71 62,0 18-62,0-71-1,0 0 1,0 18 0,35 35-1,-17 53 16,-1 0-15,36 35 0,0 18-1,0-35-15,0-1 16</inkml:trace>
  <inkml:trace contextRef="#ctx0" brushRef="#br0" timeOffset="99739.23">19491 17392 0,'-71'53'32,"-17"0"-17,53 0 1,0 0 0,17-18-1,18 18 1,0-36-1,0 1 17,35-18 30,-17-18-46,0-17-1,17-35 1,-18 52 0,1 53 62,53 53-47,-71-70 0,17-18 1,19-18-17,-36-17 1,17 0-1,-17-18 1</inkml:trace>
  <inkml:trace contextRef="#ctx0" brushRef="#br0" timeOffset="100973.31">19509 17427 0,'17'0'16,"36"0"0,35 88-1,18 1 1,-53-54-1,0 18 1,-35-36 0,-18-69 62,0-54-63,0-18 17,0 54-17,0 34 1,0 19 0,17 34 15,1 19-16,0-1-15,34-17 16,-52-1 0,18-17-16,0 0 31,-18-35-15,0-18 15,0 35 0,0 1-15,-18 17 15,-35 88-15,53-53-1,-17 36 1,17-36-16,0 0 31,0-17-15,17 0-1,18-1 1,36-17 0,-18-17-1,0-54 1,-35 18 15,-1 35-31,-17-17 16,0-35-1,0 34-15,0 19 16,0-1 0,0 0-1,0 36 48,53 17-48,-18 1-15,-17-1 16,17 18 0,1 0-1,-19-53 16,-17 17-31,18-34 94,-1-19-78,-17 19-16,36-18 15</inkml:trace>
  <inkml:trace contextRef="#ctx0" brushRef="#br0" timeOffset="101689.78">20549 17092 0,'0'0'0,"-53"0"16,18 0-16,35 35 16,-35 18-1,35 18 1,0 17-1,70 35 1,-34-87-16,17-1 16,-1 0-1,-52-88 79,-17 18-78,17-71-1,0 53 1,17 18-16,1 17 31,0 1-15,-1 17-16,36 0 31,36 35-15,-72 0-1,-17-17 1,18-18 0,-18 18-1,53-18 79,17-18-78,-17 0-16</inkml:trace>
  <inkml:trace contextRef="#ctx0" brushRef="#br0" timeOffset="102339.25">21008 17180 0,'0'0'0,"0"71"16,0-36-1,0-17 1,0 35 0,0-36 15,18-17-15,34 0-1,19-35 1,-53 17-16,-1-17 15,1-18 1,-18-53 0,0 71-16,0-35 15,-18 17-15,-17-18 16,-53-52 0,0 17-1,52 53-15,1-18 16,35 142 46,18-1-46,70 89 0,0-18-1,18-17 1,-71-54-1,-17-70-15,-18 18 47,17-18-31,-17 18 0,36-18 15</inkml:trace>
  <inkml:trace contextRef="#ctx0" brushRef="#br0" timeOffset="103473.04">21837 16933 0,'53'159'32,"-106"-318"-32,141 353 0,-53-141 15,18-17 1,53-1 0,-106-18-1,-53-17 32,0 0-31,18 0-1,17-17-15,1 17 16,-1-35 0,18-1-1,0 1 16,35-18-31,1 35 16,140-87 0,-52 52-1,-19 35 1,-34 18 0,-71 18 15,0 17-16,0-17 17,0-1-17,0 1 17,0 17-17,0-17-15,0 17 16,0 18 15,18-35 0,-18-1-15,35-34 31,-35-54-16,17 36-15,-17-18-16,0 35 15,0-52 1,0 34 0,-35 19 15,-18 17 0,0 0-15,0 0-1,18 53 48,35-36-48</inkml:trace>
  <inkml:trace contextRef="#ctx0" brushRef="#br0" timeOffset="105372.65">21167 18380 0,'0'-18'16,"-71"18"-1,53 0 1,-17 0-16,-35 106 31,70-53-15,-18 123-1,18-88 1,18 1 0,17 16-1,-35-52 1,18-53-1,-124 0 79,35-17-78,-141-36-1,177 35 17,35 1-17,35-1 32,-17 18-31,17 0-16,1 0 15,-1-18-15,36 1 16,158-72 0,-70 36-16,52 1 15,-123 34 1,-88 0 0,-52 18 109,34 0-110,0 0-15,1 0 16,-19 53-1,19 0 1,17 0 0,0-35-1,0-1 1,0 1 15,35-18-15,36-35 15,-54-18-15,-17 35-16,18 18 15,-18-18 17,17 18 14,-17 18-14,18 0-17,17-18 1,-35-18 0,0 0-1,18-17 1,0 35 46,-1 18-46,19-1 0,-36 19-1,35-19 1,-35 19-1,17-36 32,-17-53-15,0-71-17,0-34 1,18-36-1,17 158 17,-35 19-17,18 17 1,0 17 15,-18 1-15,35 17-1,-17-35 1,-1 0 15,-17-35-15,0 17 46</inkml:trace>
  <inkml:trace contextRef="#ctx0" brushRef="#br0" timeOffset="107106.12">23107 13494 0,'18'0'15,"17"53"1,18 35 0,17-18-1,-17 36 1,18-35 0,17-18-1,282 35 16,-193-88-15,-54 0-16,18-35 0,159-71 31,-176 35-15,-89 36 0,-35 17-1,18 1 1,-18 52 93,0 18-78</inkml:trace>
  <inkml:trace contextRef="#ctx0" brushRef="#br0" timeOffset="111812.78">24994 13212 0,'0'17'32,"53"54"-17,18 35 1,-1 52 0,-17-52-16,-17-18 15,16 71 1,-34-88-16,0-18 15,-18-1 1,0-157 78,35-248-63,-35 212-31,18 17 0,-18 54 16,0-18-1,17-1 1,-17 72 0</inkml:trace>
  <inkml:trace contextRef="#ctx0" brushRef="#br0" timeOffset="113677.24">26000 13406 0,'0'0'0,"-88"17"32,35 1-17,0 35 1,17 0 0,19 17-1,17-17 1,0 35-1,0-17-15,0-36 16,17 36 0,1-36-16,0-17 31,70-54-15,35-69-1,-87 34 1,-1-105-1,-35 70 17,0 88-17,0 89 48,0 17-48,0-53 1,35 18 0,36-35-1,35-18 1,-36 0 0,1-89-1,-36 1 1,-17-35 15,-18 52-31,0 36 16,0-88-1,0 52-15,0 36 16,0-89 0,-18 107-16,18-1 0,-18 18 15,-17 141 32,35 18-31,0-36-1,0 1 1,0-36 15,0-18-31,18-70 16,-1 36-1,89-36 17,-53 0-32,-35 0 15,35-53 1,-18-35 0,-17-1-1,-18 1 1,0 106 46,0 123-46,0-106-16,0 1 16,0 16-1,0-34 1,17-18-16,18-53 47,1-53-32,17 18 1,-18 35 0,-35 124 30,53 35-30,-36-71 0,36 18-1,-17-36 1,52-34 0,0-54-1,-53-35 1,-17 18 15,-18 0-15,0 70-1,0 124 32,0-53-31,0-18-16,0 18 15,0 0 1,35-70 62,36-1-47,-36 18-31,0 0 32,-17 0-32,0 0 47</inkml:trace>
  <inkml:trace contextRef="#ctx0" brushRef="#br0" timeOffset="114206.13">28646 12400 0,'0'0'0,"-142"71"16,72-18-1,35 0 1,17 52-1,18 54 1,0 123 0,0-88-1,35 18 1,1-53 0,-36-106-1,0 0-15,17 0 16,-52-89 78,-36-34-79,18 17-15</inkml:trace>
  <inkml:trace contextRef="#ctx0" brushRef="#br0" timeOffset="115322.68">28522 13088 0,'0'18'63,"0"17"-48,0 18-15,-35 17 16,35 1 0,0-18-1,0-35 1,17-54 62,-17 1-62,18-36-1,0 19 1,-1 16-16,1-34 16,17-54-1,1 107 1,16 17 31,107 70-32,-53-17 1,0 18 0,-106-36-1,18-35-15,-18 18 16,0-36 124,0-53-124,17 1 0,1 34-1,17 1 1,18 18 0,-35 17-16,17 0 15,88 0 1,-105 0 31,0 0 93,17 0-124,0 0 0</inkml:trace>
  <inkml:trace contextRef="#ctx0" brushRef="#br0" timeOffset="116247.17">26547 14358 0,'52'71'63,"-16"246"-32,-19-176-31,19 71 31,-19-89-15,-17-105-1,0 0 1,0-71 46,0 0-46,0 35-16</inkml:trace>
  <inkml:trace contextRef="#ctx0" brushRef="#br0" timeOffset="117439.21">27129 14358 0,'-71'18'31,"18"-18"-31,-106 70 47,142-52-32,-19 17-15,19 0 16,-36 71 0,35-70-16,18 34 15,-17 159 1,17-87-1,0-54 1,17-18 0,1-17-1,35-18 1,17-17 0,19-18-1,34-18 1,-70 1-1,-35-18-15,70-1 32,-71 1-32,-17 0 15,18-36 1,-18 36 0,-18 17-1,-70 18 1,-35 0-1,17 18 1,88 0 0,54-36 46,175-70-31,-140 52-31,88-69 32,-159 87-17,0 36 32,0 34-31,0 1-16,0 36 15,0-1 1,0 18 0,0-89-16,0 19 15,0-19 1,0 1 0,0-36 77,0-17-77,52-53 0,-16 52-16</inkml:trace>
  <inkml:trace contextRef="#ctx0" brushRef="#br0" timeOffset="118056.05">27728 14764 0,'0'0'0,"-35"106"31,17-71-31,18-18 16,0 19-1,0-1-15,0 0 16,0-17 0,0 0-1,53-18 48,18-36-48,-36 19 1,-17-1 0,-18 0-1,0-35 1,0 18-1,0 0 1,0 17 0,-35-17-1,-1 17 1,-17 18 0,0 0-1,18 0 1,17 18-1,18 0 1,0 17 0,36 0-1,17-35-15,35 18 16,-53-18-16,18 0 16</inkml:trace>
  <inkml:trace contextRef="#ctx0" brushRef="#br0" timeOffset="119155.88">28063 14746 0,'-35'71'31,"35"17"-15,0-53-1,0-17 17,0-1-17,0 1 1,18-18 15,17-18-15,-17 1-16,17 17 15,18-88 1,-35 70 0,-18 0-1,0 36 79,17 17-78,18 0-1,18 1 1,-35-19-16,70-17 16,-17 0-1,-36 0 1,-17-35-1,-1-18 1,-17-35 0,0-18-1,0-17 1,-17-89 0,-71-53-1,35 213 1,35 34 15,18 53 0,-18 124-15,18-89 0,0 1-1,0 17 1,36-17-1,-1 17 1,0-17 0,0-54-16,-35 1 31,18-18-15,-18-18 46,35-17-31,-35 17-31</inkml:trace>
  <inkml:trace contextRef="#ctx0" brushRef="#br0" timeOffset="119349.22">28787 14640 0</inkml:trace>
  <inkml:trace contextRef="#ctx0" brushRef="#br0" timeOffset="122861.2">1341 13547 0,'17'0'32,"54"17"30,528 19-31,195-36 1,-582 0-17,-71 0-15,35 0 16,124 0 0,0 0-1,-88 0 1,-124 0-16,35 0 15,142 0 1,-177 0-16,124 0 16,0 0-1,87 0 1,1 0 0,53 35-1,-53-35 1,-36 0-1,1 0 17,-194 0-32,34 0 15,195-53 1,-176 35-16,52 18 16,106-17-1,-140 17-15,34 0 16,18 0-1,18 0 1,-89 0 0,36-18-1,70-17 1,-70-1 0,17 36-1,-123 0 1,0 0-16,123 0 31,-123 0-31,0 0 16,141 0-1,-123 0 1,-53 0 0,-36 0 109,-123 0-94,-265 0 0,-88 18-15,-70 0-1,-36 35 1,141-53 0,-140 35-1,281-35-15,89 18 16,-106-1-1,158-17-15,-52 18 16,-124-18 0,247 0-16,-88 0 15,-105 0 1,87 0-16,-229 0 16,71 0-1,34 0 1,89 0 15,71 0-15,-36 0-1,36 0 1,17-18 0,71 18-16,17 0 15,1-17-15,35 17 16,-71 0-1,71-18-15,-1 18 16,-105 0 0,53 0-1,-53 0 1,-36 0 0,72 0-1,-54-18 1,53 18-1,53 0 1,18 0 0,-53 0-1,17 0 1,36 0-16,0 0 16,17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18:35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18909 8978 0,'141'-17'125,"494"-1"-94,-229 18 0,-142-18-15,36-35 0,-194 36-16,-35 17 15,-19-18-15,107 0 16,-88 1-1,140 17 1,-122 0-16,105-18 16,53 18-1,-89 0 1,19-17 0,-89 17-1,18-18 1,35 18-1,35-18 17,-88 18-32,1 0 15,16 0-15,-16 0 16,69 0 0,-69 0-16,-36 0 15,141 0 1,-106 0-1,-18 0 1,1 0 0,52 0-1,36 0 1,-53 0 0,0 0-1,-53 0-15,123 0 16,-105 0-1,17 0-15,18 0 32,-18 0-32,0 0 15,230 0 1,-142 0 0,0 0-1,-70 0 1,-53 0-1,-35 0 1,-1 0 0,-175 18 140,-1 17-140,-88 0-1,-194-17 1,18-18-1,-124 0 1,335 0-16,-17 0 16,-247 18-1,352-18-15,-105 35 16,-336 0 0,265 1-1,1-1 1,16 0-1,19 18 17,123-35-17,0-1 1,105-17 0,19 0-1</inkml:trace>
  <inkml:trace contextRef="#ctx0" brushRef="#br0" timeOffset="18026.68">7302 8961 0,'0'17'94,"0"36"-63,0-18 0,18-35 32,0 18-48,35 17 1,-18-17 0,18 17-1,-18-17 1,-17-18-16,17 0 31,-17 17-15,17-17-16,-35 18 15,71-18 17,-19 18-17,1-18 1,-17 0 0,-1 0-1,0 0 1,18 0-1,-35 0 1,17-18 0,18-35 15,-18 36-15,1-36 15,-1 35-16,-18 0 1,1-17 0,17-18 15,-17-17-15,0 17-16,-1 17 15,19-16 1,-36 16-16,17 1 15,1-53 1,-18 52 0,17-69-1,-17 69 1,0 1 0,0-18-1,0 36 1,0-19-1,0-17 17,-17-17-17,-18-18 1,17 52 0,0-17-1,1 18-15,-1 35 16,-17-53-1,17 36 1,0-1 0,18 0-1,-52-17 1,16 17 0,1-17-1,17 35 1,1 0-16,-19-35 31,19 35-31,17-18 0,-36 18 31,19 0-15,-54-17 0,18 17-1,0 0 1,-17-18-1,35 18 1,-1 0 0,1 0-1,0 0 1,-18 0 0,35 0-1,1 0-15,-19 0 16,19 0-1,-1 18-15,-35-1 32,35 1-17,-17-18 1,0 35 0,17-17-1,-17-18 1,17 17-1,1 1 1,-1-18 0,18 18-16,-18-1 15,1 1 1,17 0 0,-35-1-1,17 18 1,18-17 15,0 0-31,-35 17 31,35 0-15,-18-17 0,18 0-16,-18 17 31,18-17-16,-17-1-15,17 1 32,0 17-17,0-17 1,0 17 0,0 0 15,0-17-16,0 0 1,0 17 15,0 0-15,0-17 0,0-1-1,0 1 1,0 17-1,0 1 1,0-19 0,0 18-1,0-17 1,17 0 0,1 17-1,-18-17 1,0-1-1,0 1 1,0 0 15,18 17-15,-1-17 0,-17-1-1,0 1 1,18-1-1,0-17 1,-18 36 0,17-19-1,1-17 17,-1 18-17,-17 0 1,18-1-1,0-17 1,17 53 15,-17-35-15,-1-18 0,1 17-1,-18 1 1,18 0-1,-1-18 1,1 17 15,-1 1 1,19-18-17,-19 18 1,1-1-1,35 1 1,-35-18 15,17 18-15,0-18 0,-17 17-16,-1-17 15,1 18 1,17-18-1,-17 0-15,0 17 16,17-17 0,0 18-1,-17-18 1,17 18 0,0-18-1,1 0 1,-19 0-1,1 0 1,-53 0 109</inkml:trace>
  <inkml:trace contextRef="#ctx0" brushRef="#br0" timeOffset="26667.61">6932 8396 0,'0'0'0,"0"18"63,-18-1-48,18 1 1,0 0 0,-17-1-1,17 19 1,-18-1-1,18-18 1,0 36 15,0 0-15,0-35-16,0 17 16,0-17-16,0 0 15,0 17 1,0-18-1,0 19 1,0 17 0,18-18-1,-1 0 1,1 0 0,17 1-1,-17-1 1,17 0-1,-17-17-15,35 35 16,-36-36 0,1 1-1,35 35 1,0-18 0,-18-17-1,-17 0 1,35 17-1,-18-35 1,0 18 15,-17-1-15,17-17 0,-17 0-16,35 18 15,-36-18-15,1 0 16,35 0 15,-18 0-31,71 0 31,-53-18-15,0 1 0,-18-1-1,0 0 1,-17 1-1,17-1 1,-17-17-16,-18 17 16,53 0-1,-53 1-15,18-1 16,35-35 0,-36 36-1,18-36 1,1 17-1,-19-17 17,19 18-17,-19-53 1,1 70-16,0-35 16,-1 18-16,1 18 15,-1-36 1,1 17-16,-18 19 15,0-36-15,18-18 32,-1 1-17,1 17 1,-18 17 0,18 1-1,-18-18 1,0 18-1,0 17-15,0-52 47,0 35-31,0 17-16,0-17 16,0-1-1,0 19-15,0-36 31,0 17-15,-18 1 0,0 18-1,18-19 1,-35 19 0,35-19-1,-35 1 1,17 35-1,1-18-15,-1 18 16,-35-35 15,35 18-31,-52-19 32,17 19-17,-18-1 1,1 18-1,17-18-15,35 18 16,-52 0 0,52 0-16,-105-17 31,34 17-15,72 0-16,-19 0 15,-16 0 1,16 0-1,19 0-15,-36 0 32,0 17-17,-18 19 1,36-19 0,17 1-1,-17 0 1,17-1-1,18 1-15,-17-1 16,-1-17 0,18 18-16,0 0 15,-18-18-15,18 17 16,-35 36 0,35-35-1,-17 35 1,-1-18-1,0-17 1,18-1 0,0 1-1,0 0-15,0 17 32,0-17-17,-17-1-15,17 1 16,0 0-1,0-1 1,0 18-16,0-17 16,-18 35-1,18-18 1,0 1 0,0-1-1,0 18 1,0 17-1,0-34 17,0 16-32,0-34 31,0 17-31,0-17 16,0 17-1,18-17-15,-18 17 31,17 18-15,1-35 0,0 17-1,-18 18 1,17-35 0,18-1-1,-17 36 1,0-35-1,-1 17 1,1-35 0,-18 18-16,18-18 31,-18 17-31,-18-17 406,0 0-359,1 0-31</inkml:trace>
  <inkml:trace contextRef="#ctx0" brushRef="#br0" timeOffset="40574.97">4022 6138 0,'35'0'406,"18"-17"-391,0 17 1,-36 0 0,1 0-1,0 0 1,35 0 0,-18 0-1,0 0 1,36 0 15,-18 0-15,17 0 15,-52-18-15,17 18-1,-17 0 1</inkml:trace>
  <inkml:trace contextRef="#ctx0" brushRef="#br0" timeOffset="44400.9">12206 11483 0,'0'18'125,"18"52"-110,-18-35-15,0 1 16,0 17 0,0-1-1,17 37 1,-17-54 0,18 36-1,-18-19 1,0-34-16,0 0 15,0 17-15,0 18 16,0-18 0,0-17-16,0 35 31,0-36-15,0-70 155,0-70-139,0-18-1,0 53-15,0 35-1,0-18 1,0 36-1,0-18 1,0 18 0,0-18-1,18 35 1,-18-17 0,17 35-1,-17-35 1,0 17-1,18 0 1,0 1 15,-1 17-15,-17-18 15,18 18 32,35 0-48,0 0-15,17 0 16,-17 35 0,0-17-1,-35 0 1,-18-1-1,0 19 1,0-19 0,0 36 15,0-18-31,-18 1 16,-17-1-1,0 0 1,17 0-16,0-35 15,-35 36 1,18-19 0,-36-17-1,1 18 1,-18 0 0,35-18-1,35 0 1,1 0-1,-1 0 1</inkml:trace>
  <inkml:trace contextRef="#ctx0" brushRef="#br0" timeOffset="45359.27">13247 11800 0,'-18'0'47,"36"0"46,123 0-61,-88 0-32,35 0 15,71-17 1,-36-1-16,-35 18 15,54-35 1,-90 35 0,-16 0-1,-19 0 17,1 0-17,0 0 16,-1 0-15,1 0 0,-18 17 31,-18-17 93,-35 0-124</inkml:trace>
  <inkml:trace contextRef="#ctx0" brushRef="#br0" timeOffset="46469.25">13829 11483 0,'18'18'141,"17"-1"-126,88 36 1,-52-18 0,17 1-1,-53-36 1,18 35-1,-35-17 17,-1-18-1,-34 35 78,-18-18-93,-54 36 0,19 0-1,-1-17 1,36-19-1,17 1 1,1 0 0,-1-1 15,0-17-31,18 18 0,-17-1 62,17 1-15</inkml:trace>
  <inkml:trace contextRef="#ctx0" brushRef="#br0" timeOffset="48121.12">15610 11483 0,'-70'-18'94,"-54"18"-63,71 0-15,-35 0-1,71 0 1,-1 0-16,0 0 31,1 0 0,-19 18-15,1 0 0,0 17 15,17-35-31,18 17 16,-35 36-1,17-35 1,18 35-1,0-18 1,0 0 0,0 18-1,0 0 1,18-35-16,-18 0 16,18-1-16,-1 19 31,1-19 0,70-17 0,-53 18-15,36-1 0,-1-17-1,1 0 1,-18 0-1,0 0 1,17-17 0,-17 17-1,-35-35 1,0 17-16,-1 18 16,1-18-1,0-17-15,34-36 31,-34 36 1,-18-53-1,0 53-15,0-1-1,0-17 1,0 18 15,-18 35-15,1-17-16,-36-1 31,35 18-15,-35-18-1,0 18 1,-35 0-1,-18 0 1,18 0 0,35 36 15,18-19-31,17-17 31,18 18-15</inkml:trace>
  <inkml:trace contextRef="#ctx0" brushRef="#br0" timeOffset="48901.62">15346 11712 0,'88'71'156,"-70"-54"-140,87 54 0,19 17-1,-53-53-15,140 124 31,-193-141-15,-18-1 0,0-34 234</inkml:trace>
  <inkml:trace contextRef="#ctx0" brushRef="#br0" timeOffset="64148.85">10672 11589 0,'0'17'125,"0"1"-110,-18 17-15,18-17 16,-35 35 15,17 35 0,0-35 1,1 0-1,17-35-31,0-1 16,-18-17 155</inkml:trace>
  <inkml:trace contextRef="#ctx0" brushRef="#br0" timeOffset="66915.74">10301 11448 0,'-35'70'78,"17"-17"-78,-35 71 31,36-54-31,17-52 16,0 17-16,-18 0 16,18 18-16,0-35 15,-18 35-15,18-36 16,0 1-16,0 0 15,-17 17-15,17 0 16,0 18 0,0-35-16,0 17 31,0-17-15,0-54 77,0-87-61,0-36-17,0-17 1,0 123-1,0-71 1,0 36 0,0 53-1,0 0 1,0-1 0,0 1-1,0 18 1,0-1 46,17 0-30,19 18 93,52 0-110,53 0 1,-18 0-1,-34 0 1,34 0 0,-88 0 15,-17 0 16,35 0-32,70 0 1,-34 18 0,-54-18-1,-18 0 1,-17 18 234,-17 70-234,17-35-1,-18 17 1,18-17-1,0 0 1,0 35 0,0-53 15,0 36-15,-17-36-1,17 89 1,0-89-1,0 36 1,0-18 0,0-18-1,0 0 1,0 0 0,-18-35 280,-370-35-264,335 35-17,-106-18 1,89 1 0,17 17-1,35 0 1,0 0-1,1 0 1,-1 0-16,1 0 16,-1 0-16,-17 0 31</inkml:trace>
  <inkml:trace contextRef="#ctx0" brushRef="#br0" timeOffset="71922.5">1817 12435 0,'0'18'500,"70"0"-469,-52-1-15,0-17-1,-18 18-15,17-18 141,19 0-126,-36 18 1,35-18 0,-18 0-1,1 0 17,0 0-17,-1 0 1,19 0-1,-1 0 1,0 0 0,-17 0 15,-1 0-15,1 0 15,0 0-16,17 0 1,18 0 0,-35 0-16,17 0 15,-17 0 1,-1 0-16,1 0 16,17 0 15,0 0-16,89 0 17,-54 0-1,-52 0-31,17 0 16,1 0-1,-19 0-15,1 0 16,17 0-1,-17 0 1,52-18 0,-34 18-1,17 0 1,-1 0 0,-16 0-1,-1 0 1,0 0-1,-17 0 1,0 0 0,17 0 15,-18 0-31,1 0 16,53 0-1,-18 0 1,-1 0-1,19 0 1,-18 0 0,0 0-1,35 0 1,18 0 0,17 0-1,-105 0-15,17 0 16,1 0-16,-19 0 15,18 0-15,-17 0 16,0 0 0,35 0 15,0 0-15,0 0-1,-1 0-15,-16 0 16,-1 0-1,0 0 1,18 0 0,71 0-1,-71 0 1,52 0 0,-34 0-16,70 0 31,-17 0-16,-36-18 1,-18 18 0,1 0 15,17 0-15,18-17-1,-36 17 1,-17 0-1,0 0 1,0 0 0,-18 0-1,18 0 1,-17 0-16,17 0 16,17 0-1,-17 0 1,18 0 15,17 0-15,-35 0-1,0 0 17,17 0-17,-52 0-15,17 0 16,53 0-1,-70 0 1,0 0-16,17 0 16,35 0-1,36 0 1,-18 0 0,18-18-1,18 18 1,-89 0-1,18 0-15,0 0 16,-36 0 0,125 0 15,-125 0-31,19 0 16,34 0-1,-35 0-15,-17 0 16,53-18-1,-36 18 1,71 0 0,-18 0-1,35 0 1,-87 0-16,17 0 16,-18 0-1,-18 0 48,54 0-32,-53 0 0,-1 0-15,19 0-1,-19 0 1,18 0 0,1 0-1,-19 0 1,-17-17 296</inkml:trace>
  <inkml:trace contextRef="#ctx0" brushRef="#br0" timeOffset="74666.41">2293 16686 0,'71'0'187,"-54"0"-171,54-17 0,-36 17-1,36 0 1,-18 0 0,-1 0-16,-34 0 15,70 0 1,-70 0-16,35 0 15,70 0 1,-52 0 15,70 0 1,-70 0-17,17 0 1,-71 0-16,19 0 15,17 0-15,-1 0 16,37 0 0,-36 0-16,-18 0 15,88 0 1,-87 0-16,52 0 16,-18 0-1,19 0 1,-19 0-1,18 17 1,1-17 0,16 0-1,1 0 17,-35 0-17,17 18 1,-18-18-16,1 0 15,123 0 1,-70 0 0,-36 0-1,-18 0 1,18 0 0,-17 0-1,35 0 1,17 18-1,1-18 1,-54 0 0,19 17-16,-37-17 15,1 0 1,18 0 0,-18 0-16,-18 0 0,18 0 15,88 0 1,36 0-1,-19 0 1,1 0 0,-53 18-1,17-18 1,-17 0 0,35 0-1,53 0 1,36 0-1,-177 0 1,246 35 0,-105-35 15,-176 0-15,0 18-1,-1-18 1,-34 0 156</inkml:trace>
  <inkml:trace contextRef="#ctx0" brushRef="#br0" timeOffset="97229.85">12965 6227 0,'17'0'94,"54"0"-79,-54 0-15,19 0 16,17 0-16,-18 0 15,18 0-15,53 0 32,-18 0-1,-35 0-15,17 0-1,1 0 1,-18 0-1,-36 0-15,19 0 16,-1 0-16,0 0 16,1 0-16,-19 0 15,1 0-15,17 0 16,-17 0 0,-1 0-1,19 0-15,-19 0 16,1 0-1,-18-18 142,0 0-142,0 1-15,0-1 16,-18 18 0,18-18-16,0 1 15,0-19 1,0 19-1,0-19 1,0 1 0,0 18 15,0-36-15,0 0-1,0 0-15,18 18 16,-18-18-16,0 17 15,0 1-15,0-18 16,18-35 0,-18 53-16,0-18 15,0-53 1,0 71 0,0 17-1,0-17 1,0 17-1,-18 18 1,18-18 31,-18 1-16,1-1 16,-1-17-31,-17 35 15,17-18-15,-17 18-1,-36-17 1,1 17-1,-19 0 1,19 0 0,17 0-16,-53 0 31,53 17-31,-53 1 16,18-18-1,0 18 1,17-1-1,-17-17 1,18 18 0,34-18-1,36 17 204,0 36-203,0 177-1,0-142 1,0-35-16,0 0 16,18 105-1,17-34 1,-17-1-1,-18-70 1,18-17-16,-18 34 16,17-35 15</inkml:trace>
  <inkml:trace contextRef="#ctx0" brushRef="#br0" timeOffset="99338.12">10530 13458 0,'0'-35'156,"0"-35"-125,0 52 1,18 0-1,0 18 0,-1 0-15,1 0-16,-18 18 15,18-18-15,-1 18 16,1 17 0,-18 18 15,18 0-15,-18-36-16,0 19 15,0 34 1,-18-35-16,18 18 15,-18 0 1,18-35 0,-35 0 15,35-1-15,-35-17-1,35 18 1,17-18 234,1 0-235,17 0-15,-17 0 16,52-18 0,-52 18-16,53 0 15,17-17 1,-71 17 109,-122 0 16</inkml:trace>
  <inkml:trace contextRef="#ctx0" brushRef="#br0" timeOffset="101731.25">10213 13212 0,'-18'52'94,"-52"231"-63,70-36 1,0-124-1,0-88 0,0-17-15,17-106 93,-17-300-78,0 317-31,0-88 16,-17 107 0,17 16-16,0-17 15,0 0-15,-18 0 32,18 36-32,0-1 15,0 1 1,0-1-16,0 0 31,0 1-15,0-1-1,0 0 17,0 1-1,53 17-16,18 0 1,281 70 0,-175-52-1,-71-18 1,-1 0 0,-52 0-1,-35-18 1,0 18 93,34 0-78,-34 0-31,-36 53 125,1 35-109,17-52-16,0 17 16,0 35-1,0-35-15,0 17 16,0-17 0,0 0-16,0 18 15,0-1 1,17 1-1,1-1 1,-18 1 0,18 17-1,-18-53 1,17 18 0,-17 53-1,18-88-15,-18-1 16,0 1-16,-88-18 172,-141-71-141,140 54-31,36-1 16,-17 1-1,52-1-15,-35 18 47,-17 0-16,34 0-15,-16 0 0,34 18-1,-17-1-15,17-17 16,0 0-1,1 0-15,-1 18 0,0-1 32,1-17-32</inkml:trace>
  <inkml:trace contextRef="#ctx0" brushRef="#br0" timeOffset="103598.44">12418 13194 0,'0'141'188,"0"-88"-173,0 159 1,0-124 0,35 0-1,-35 18 1,0-89-16,18-17 15,-18 18 1,0 0-16,0-1 31,0 19-15,0-72 109,0-17-109</inkml:trace>
  <inkml:trace contextRef="#ctx0" brushRef="#br0" timeOffset="104563.85">12841 13106 0,'0'0'0,"0"-18"94,0 36 0,-35 88-63,35-71-16,-35 18 1,35 17 0,0 54-1,0-18 1,0-1 0,17-16-1,1-19 1,-1 1-1,1-54 1,-18 54 15,0-53 1,0-36 30,0 0-46,-35-70-1,17 53-15</inkml:trace>
  <inkml:trace contextRef="#ctx0" brushRef="#br0" timeOffset="105162.19">12612 13688 0,'0'-18'110,"176"-52"-79,-35 17-15,-53 35-1,-88 0 17</inkml:trace>
  <inkml:trace contextRef="#ctx0" brushRef="#br0" timeOffset="107110.35">13723 13159 0,'0'35'78,"0"0"-63,0 18-15,0 88 16,0-53 0,0 71-1,0-124-15,0 18 16,0 0-16,0-35 15,0 35 1,0-36 15,0-34 79,0-89-95,0 53 1,-18-88 0,1 17-16,-19 1 15,-16-124 1,16 106-1,36 70 1,0 18 0,0 36-1,0-1 17,18 1 30,70 17-31,-70 0-15,88 0 0,-71 0-1,-17 17 1,-1 18-1,-17-17 1,18-18-16,-1 53 16,1-18-1,-18-17 1,18-18 0,-1 35-16,-17-17 15,0-1 1,18 1-16,-18 0 15,0-1 1,0 1 0,-18-18-1,1 35 1,-19-35 0,19 0-16,-1 0 15,1 0 16,-19 0 313,36 18-328,-17-18 46,-1 0-46,0 0 31,1 0-16,-1 0 0,53 0 157</inkml:trace>
  <inkml:trace contextRef="#ctx0" brushRef="#br0" timeOffset="117013.98">15910 12859 0,'18'0'47,"0"17"16,-1 107-48,1-36 1,17 106 15,-35-141-15,0 18-1,0-36 1,0-18 0,18 19-1,-18-19 1,0 19 0,17-36-1,1 0 48,0 17-32,158-17 0,-105 0-15,-36 0-1,18 0 1,-36 0 0</inkml:trace>
  <inkml:trace contextRef="#ctx0" brushRef="#br0" timeOffset="118734.4">17074 13264 0,'0'-52'109,"0"34"-93,18-17-16,0-1 15,-1-87 1,1 52-1,0-17 1,-1 35 0,1 0-16,-18 0 15,0 18 17,18 35-32,-18-18 31,17 18 109,1 53-124,17 106 0,18-18 15,-35-88-31,17 0 0,-35 18 31,18-54-15,17-17 31,-35 18-32,17 0 1,1-18 0,-18 17-16</inkml:trace>
  <inkml:trace contextRef="#ctx0" brushRef="#br0" timeOffset="122514.61">17974 12594 0,'18'0'63,"-1"88"-48,1 18 1,0 18 0,-18-19-1,17-34 1,1-18 15,-18-18-15,17-17-1,-17 17 1,18-35 0,0 18-1,-1-18 32,-17-71 16,0-105-32,0 105-31,0-35 31,-17 1-15,17 87-16,0-17 31,0 17 16,0 0-31,0 1-1,0-1 16,35 18 48,53 88-64,-52 1 1,-19-1-1,-17-35 1,18 17 0,-1-35-1,-17 1 1,18-54 140,-18 0-140,18-34-16,-18 16 15,17 1-15,-17 0 16,18-71 0,0 71-16,-1-18 15,1 17-15,0 1 16,17-18 0,-35 36-16,0-1 31,0 0-16,17 54 204,19 52-203,-19-35-1,19 35 1,-1 0 0,-17 18-1,-1-88 1,1 87 15,-18-52-15,0 0-16,0-17 15,0-1-15,0 0 16,0-17-16,17-1 16</inkml:trace>
  <inkml:trace contextRef="#ctx0" brushRef="#br0" timeOffset="123499.11">20267 12294 0,'0'0'0,"-35"0"31,-18 18 1,35 17-17,1 36 1,17 17-1,0-17 1,0-1 0,0-17-16,0-18 15,35-17-15,-17 35 16,-1-18 0,1-17-1,-1-1 1,1 1 15,0 0-15,-18-1-1,0 1 17,0 0-32,0 17 31,-36-18-16,1 1-15,0-18 0,-89 0 32,89 0-17,17-18-15,1 1 16,-1-1 0,18 1-1,0-1 79,0 0-32</inkml:trace>
  <inkml:trace contextRef="#ctx0" brushRef="#br0" timeOffset="124465">20355 12665 0,'0'17'31,"0"54"-15,0-53-1,0 52-15,0-35 47,71-35 16,70-53-48,-106 36-15,36-1 16,17-52-1,-70 52-15,-18-17 16,0 17 0,0 0-16,0 1 15,0-54 1,0 54 15,0 105 63,0 35-63,0-70-15,17-18-1,-17-17-15,18 0 16,-18-1 0,18-17 62,-18-35 0</inkml:trace>
  <inkml:trace contextRef="#ctx0" brushRef="#br0" timeOffset="125713.64">21220 12347 0,'-71'53'32,"53"-35"-32,107-89 0,-195 177 15,88-71-15,0 18 16,18-35-16,0 35 15,0-18-15,0 18 16,18 18 0,0-36-16,-1 0 15,-17-17-15,18-18 16,0 35-16,-1-17 31,19-18-15,-1 0-1,18 0 1,-36-36 0,19 19-1,-1-19-15,-17 36 16,-1-17 15,-17-1-15,0 1 31,0-19-32,18-17 1,-18 18 0,18 0-1,-18 0 1,0-1 15,0 19-15,0-19 15,0 72 188,0 122-188,0-122-31,0-19 16,0 36-1,17-18 1,-17-17-1,71-18 17,-18 0-17,-36 0-15,1-18 16,17-17 0,-35 18 15,0-1-16,18 18 1,-1 0 47</inkml:trace>
  <inkml:trace contextRef="#ctx0" brushRef="#br0" timeOffset="126413.48">21978 12682 0,'0'-17'31,"18"-19"0,-1-34 1,19 17-17,-36 0-15,17 18 0,-17-53 31,0 35-15,0 17-16,0 19 16,0-1-1,0 0 1,-35 18 0,17 0-1,-35 36 1,18 17-1,0 17 1,35 36 0,0-18-1,17 71 32,1-124-31,0-17-16,-1 0 0,36-1 47,88-17-16,-123-70 16,0 34-16,-18 19-31</inkml:trace>
  <inkml:trace contextRef="#ctx0" brushRef="#br0" timeOffset="127064.18">22454 12206 0,'0'0'32,"-70"0"-32,17 35 15,18 18 1,35 18 15,0 17-15,52-17-1,1-18 1,-17-1 0,-19-34-16,-17 0 31,0-1 63,-53 36-63,18-35-31,-18-18 31,106 0 16,282-159 0</inkml:trace>
  <inkml:trace contextRef="#ctx0" brushRef="#br0" timeOffset="127713.83">22789 12188 0,'-70'18'31,"52"0"-31,106-54 0,-229 125 16,124-72-16,17 1 15,-18 0 1,18 52-1,35-17 1,18 0 0,-17-18-16,87 36 31,-88-54-31,-17-17 0,-18 18 31,0 0 47,-106-1-62,71-17-16,0 0 16,17 0-1,36-35 48,246-71-32,-211 71-31</inkml:trace>
  <inkml:trace contextRef="#ctx0" brushRef="#br0" timeOffset="129234.38">23230 11836 0,'0'0'0,"-70"70"31,52-17-31,18 106 16,0-18 15,18-88-31,-1-18 16,72 124-1,-72-106-15,19 0 16,-1 35 0,-35-70-16,0 17 15,18 18 1,-18-36 0,0 1-1,0 0 1,-53-36 31,0-88-16,35 71-31,0-106 31,18 70-15,0 36-16,36 0 15,105-18 1,-18 18 0,-105 35-1,35 0 1,-18 17 0,-35 18-1,0 36 1,0-36-1,0-17 1,0-36 62,18 18-62,17-70-1,0 17 1,-17 0 0,-18 35-1,18 18 48,-1 36-48,1-19-15,17 1 16,18-18 15,-18 0-15,195-18 15,-142-52-15,-71-36-1,-17-18 1,0-123 0,-35 106-1,18 71-15,-1 17 16,0 18 0,-17 52 30,-53 230-14,88-70-1,17-36 0,19-53-15,-1-35-16,-17 0 15,-1-36-15,1 19 16,-18-1 0,18-18-1,-1-17 32</inkml:trace>
  <inkml:trace contextRef="#ctx0" brushRef="#br0" timeOffset="129467.06">24289 12453 0</inkml:trace>
  <inkml:trace contextRef="#ctx0" brushRef="#br0" timeOffset="149658.71">15946 13988 0,'35'0'125,"194"-18"-110,-105 18 1,52 0 0,-123 0-16,-18 0 15,-17 0 1,-36 0 78,-105 0-63,-18 18-16,-124-1 1,89-17 0,123 0-16,-18 0 15,212 0 126,18-17-125,-18 17-1,36 0 1,-107 0-16,1-18 15,-54 18-15,-52 18 110,-88 17-79,87-17 16,54-18 47,52 0-63,-52 0 16</inkml:trace>
  <inkml:trace contextRef="#ctx0" brushRef="#br0" timeOffset="174719.03">11007 14905 0,'0'17'563,"0"1"-548,0 17 1,-36 18 0,36-17-1,-17-19-15,-1-17 16,0 53-1,-17 0 1,18-35 0,-19-1-1,36 1 1,-35 0 0,35-1 15,-35-17-16,17 0 32,18 18-15,-18-18-17,18 18 1,36-18 156,-1 0-157,159-18 1,-123 0 0,-36 18-1,-18 0 1,1 0 46,35 0-30,-35 0-32,70 0 15,-18 0 16</inkml:trace>
  <inkml:trace contextRef="#ctx0" brushRef="#br0" timeOffset="175611.26">11130 14940 0,'0'18'93,"0"88"-77,0-36-16,0-35 16,0 124-1,0-53 1,18-35 0,-18-36-1,17 18 1,1 0-1,-18 0 1,0 0 0,0-1-1,0-16 1,0 17 15</inkml:trace>
  <inkml:trace contextRef="#ctx0" brushRef="#br0" timeOffset="177546.73">10425 14887 0,'0'71'47,"0"105"-32,0-17-15,0-36 16,17 195 0,-17-195-16,0 1 15,18 52 1,-18-141-1,0-140 64,0-72-48,-18 124-31,18-17 15,-17-54 1,-1 18-16,18-88 16,0 53-1,0 36 1,0 16 0,0 36-1,0 18 1,0-35-1,0 34 1,0 19 0,0-1-1,18 18 32,-18-18-31,17 18-1,89 0 1,88 0 0,71 0-1,35-17 1,-159-1 0,-88 0-16,-36 18 15,18-17-15,1-1 16,-19 18-1,1 0 1,-18-17 15,18 17-15,-18 52 93,0 1-93,0 0-16,0 18 16,0 88-1,0-36-15,0-35 16,17 142-1,1-160 1,52 124 0,-17-106-1,-17-35 1,-36-17 0,0-19 15,-159-17 94,0 0-110,-105 0 1,105 0 0,53 0-1,0 35 1,71-17 0,0 0 15,17-18-16,-17 35 1,-1-17-16,19-18 16,-71 35-1,-1-17 1,72-18 0</inkml:trace>
  <inkml:trace contextRef="#ctx0" brushRef="#br0" timeOffset="179482.95">12965 14922 0,'0'36'141,"0"123"-125,0-36-1,0-17 1,0 17 15,0-35-15,0-17-1,0-18 1,0-35-16,0-1 16,0 1-16,35-18 140,106 0-124,-53-18-16,106 1 31,-35-19-15,-89 36-16,-52 0 31</inkml:trace>
  <inkml:trace contextRef="#ctx0" brushRef="#br0" timeOffset="180234.72">14235 14764 0,'0'17'47,"0"36"-32,35 106 1,35 88 0,-34-141-16,-19-18 15,1 53 1,0-88-16,-18-35 16,0-1-1,0 1-15</inkml:trace>
  <inkml:trace contextRef="#ctx0" brushRef="#br0" timeOffset="182359.58">14076 15381 0,'17'-53'31,"1"36"-31,-18-1 15,71-35 1,-18 0 0,-18 35-1,-18 18 1,1-17 15,0 17-15,17 17-16,0 1 15,54 106 1,-37-36 0,19 0-16,-36-35 15,-17 17 17,0-70-17,-18-88 157,0-71-141,0 71 1,0 71-17,35-1 32,18 18-31,0 0-16,-36 0 15,19 0-15,-36 35 141,-18 159-110,18-158-15,0 16-1,0-34-15,0 0 16,0-1 0,18-17-1,52 0 1,18 0 0,18-35-1,-18-18 1,-52 36-1,-36-19 1,17-34 0,-17 17-1,0 0 1,-17 18 0,17 17-16,-18-17 31,18 17-31,-18 18 15,18 88 79,89 142-78,-54-213-1,0 36 1,-17-35 0,-1-18-16,36 0 15,88-88 32,-88 52-31,0-52-1,-17 35 1,-19 18 0,1-18-1,-18 35 1,0-17 0,0 17-16,0 1 15,0-1 1,-18-17-16,1 35 15,-36-18 1,0 18 15,35 53-15,0 35 0,1 18 15,17 0-16,17 0 1,1-71-16,17 0 16,18 54-1,0-72-15,-18 1 16,36-18 0,-18 0-16,17-18 15,54-70 1,-71 35-1,-18 0 1,-17 36 0</inkml:trace>
  <inkml:trace contextRef="#ctx0" brushRef="#br0" timeOffset="183818.72">19297 14340 0,'-35'53'94,"-1"88"-78,-17 53-1,18 0 1,0-35-16,17-106 16,1 124-1,17-142 1,0-18-1,-18-52 64,18-176-48,0 175-31,0-34 15,0-71 1,0 52-16,0 1 16,0-35-1,0 70-15,0 0 0,0 18 16,0-54 0,18 89-1,-18-35 1,35 106 46,0-54-46,53 160 0,53-1 15,-70-88-16,105 124 1,-105-124 0,-36-53-1,-35-17 1,36 0 62,-19 17-47,1-35 1,-18 18-17</inkml:trace>
  <inkml:trace contextRef="#ctx0" brushRef="#br0" timeOffset="184547.66">19244 15081 0,'0'-17'93,"18"17"-77,70-53 0,35 0-1,-34 35-15,16-17 16,-52 17 0,-35 18-1</inkml:trace>
  <inkml:trace contextRef="#ctx0" brushRef="#br0" timeOffset="185562.37">20320 15064 0,'0'-18'94,"0"-88"-63,0 36-15,0-72 0,0 90-16,0 16 15,18-17-15,-18-17 16,0-1 0,0 54-1,0-36 1,0 35-1,0 0 1,17 18 78,1 18-63,17 70-15,0-52-16,1 34 15,105 212 1,-71-158 0,1-54-1,-53-17 1,-1-35-1</inkml:trace>
  <inkml:trace contextRef="#ctx0" brushRef="#br0" timeOffset="187141.88">21237 14111 0,'0'35'31,"18"-17"-31,-18 70 47,106 177-16,-89-177-31,19 18 16,-1 53-1,0-36 1,-35-70 0,18-35-1,-18-36 110,-53-423-93,-35 159-1,70 229-16,18 18-15,-18-1 16,1-17 0,17 18-16,0 17 15,0 1 17,0-1 30,106 18-31,-1 18 1,-52 52-1,-35-34 0,-18-1-15,-18 35-1,-70 36 1,35-35 0,0-18-1,36-53-15,17 17 16,70-17 62,160 0-47,69 0 0,-246 18-15,-53 0 0,0 17-1,0 0-15,-17 1 16,-54 69 0,36-69-16,0-19 15,-1 19 1,19-36-16,-19 0 15,-316 35 1,87 0 0,106-35-1,106 0 1,89 0 156,299 0-141</inkml:trace>
  <inkml:trace contextRef="#ctx0" brushRef="#br0" timeOffset="187780.24">23407 13317 0,'0'36'62,"0"17"-46,17 52 0,1 1-1,70 106 1,-52-53 0,-1-18-1,0-18 1,-35-88-1</inkml:trace>
  <inkml:trace contextRef="#ctx0" brushRef="#br0" timeOffset="188340.04">22948 13670 0,'71'-53'47,"17"0"-31,-53 36-16,18-19 0,71-69 31,-36 69-15,-35 19-1,0-1 1,52 18 0,-34 0-1,-53 0 1</inkml:trace>
  <inkml:trace contextRef="#ctx0" brushRef="#br0" timeOffset="190290.24">24148 13794 0,'0'70'93,"35"89"-61,18 17-1,-53-158-16,0 0 1,-71-89 109,18-141-94,36 142-31,17-36 32,35 53-17,0 35 16,18 1-15,-18-1-16,-17 18 16,35 0-1,-35 0-15,-1 0 32,1 53 30,-18-18-46,18 124-1,-1-88 1,18 17 15,-17-88 0,0 0-15,52-18 0,-52-17-16,35 17 0,0-17 15,53-18 1,-71 0 0,-17 18-1,-18 0 1,0-1-1,0 1 1,0 17 15,0 54 79,0 140-79,0-141-15,0 18-1,17-17 1,1-36-1,-1 0 1,19-18 0,34-35-1,-34 35 1,52-70 0,-71 53 15,-17 17-31,0-17 15,0 0 1,0-18 0,0 17-1,0-16 1,-17 52 0,-1 0-1,0 0 1,1 0-1,-1 52 1,1 19 0,17 0-1,0-1 1,0 36 0,52-18 15,1 0-16,-35-52-15,0-36 16,52 35 0,-17-35-1,18 0 1,-18 0-16,-18-35 16,0-1-1,-17 1-15,-1 17 16,-17 1-1,18-1 1</inkml:trace>
  <inkml:trace contextRef="#ctx0" brushRef="#br0" timeOffset="199038.03">22049 5980 0,'70'0'172,"18"17"-141,-35-17-16,0 0 1,-35 0 0,-1 0-1,1 0 1,17 0 15,1 0-15,-54 0 249,-35 18-249,0-18 0,-17 0-1,52 0 1,0 0-16,18 17 47,-17-17 0,-1 0-32,-17 0 32,17 18-31,1 0 15,-1-18-15</inkml:trace>
  <inkml:trace contextRef="#ctx0" brushRef="#br0" timeOffset="208989.19">13176 7602 0</inkml:trace>
  <inkml:trace contextRef="#ctx0" brushRef="#br0" timeOffset="211370.86">20937 7655 0,'18'0'188,"17"0"-157,-17 0-31,17 0 16,0 0-16,54 0 31,-54 0-31,0 0 16,36 0-1,-36 0-15,-17 0 16,88 0 0,-71 0-1,18 0 1,-36 0-1,19 0 1,-125 0 140,19 0-140,-159 0 0,123 0-1,18 0 1,17 0-1,53 0 1,1 0 0,52 0 249,36 0-249,-19 0 0,-16 0 15,-1 0-16,-17 0 32,-1 0 0,1 0-31</inkml:trace>
  <inkml:trace contextRef="#ctx0" brushRef="#br0" timeOffset="-214608.37">13300 7726 0,'106'17'219,"88"1"-203,-18 0-1,-17-18 1,-36 0-1,-70 0 1,-35 0-16,-1 0 141,1 0-126,0 0 1,17 0 0,0 0-1,-17 0 1</inkml:trace>
  <inkml:trace contextRef="#ctx0" brushRef="#br0" timeOffset="-212518.77">11060 16880 0,'-18'0'125,"18"36"-110,0-19-15,0 19 32,0 17-17,0-18 1,0-18-1,0 1 1,0 0 0,18-18-1,34 17 1,19 1 15,70 0 0,-123-18-31,17 17 16,36 1 0,-54-18-1,-17 35 1,0 0 0,18-17-1,-18 35 1,0-35-1,0-1 1,0 1 0,0 0-1,-71-1 1,18-17 15,-52 0 0,69 0-15,19 0 0,-1-17-1,-17 17 1,17-18 109,18 0-109,0-17-16</inkml:trace>
  <inkml:trace contextRef="#ctx0" brushRef="#br0" timeOffset="-211469.65">10918 16739 0,'18'0'203,"141"0"-187,-124 0-16,71 18 16,-35-18-1,-36 0 1,0 0 218,36 0-218,-18 0-1,-18 0 1,0 0-16</inkml:trace>
  <inkml:trace contextRef="#ctx0" brushRef="#br0" timeOffset="-210585.54">12330 17268 0,'0'36'63,"0"17"-48,-18 0 1,-35 17 0,35-17-16,-17-35 15,17 35 1,18-36 0,-17-17-16,-1 36 15,18-19 16,-17 1-15,52-71 109,53-35-109</inkml:trace>
  <inkml:trace contextRef="#ctx0" brushRef="#br0" timeOffset="-209512.22">12700 16457 0,'18'35'15,"-18"36"16,0-53-31,0-1 16,0 1-16,0-1 16,0 54-1,0-53-15,0 35 16,0 52 0,0-52-1,0-17 1,17-1-1,1 18 1,0-18 0,-1 0-1,1-17 1,17 0 0,-17-18-1,17 0-15,36 0 31,-19 0-31,-34 0 16,70-53 0,-52 35-1,-19-17 1,-17 17 0,0 1-1,0-19 1,0 19-1,-35-1 1,17 0 0,-17 1-16,0 17 15,-106-36 1,105 36-16,1 0 16,-53 0 15,70 18-31,-35 70 31,36-52-15,-1-1-1,0 0 1,1-17 0,17-1-1,-18 1 1</inkml:trace>
  <inkml:trace contextRef="#ctx0" brushRef="#br0" timeOffset="-206814.92">10566 16545 0,'0'18'94,"35"229"-63,-35-124-31,18 1 16,-18 52 0,0 124-1,17 0 1,1-177 0,0 1-1,-1-89 1,-17-17-1,18-36 48,-18-211-32,0 194-31,-35-159 31,-18-1-15,35 72 0,-70-124-1,52 159 1,19 0 0,17 35-1,0 17 1,0 19-16,0-1 15,0 1 1,0-1-16,0 0 31,17 1-15,-17-19 0,0 19 15,18-19-16,0 1 1,-18 0 0,17 35-1,-17-18 1,71 18 46,194 0-46,34-35 0,-52 0-1,0 17 1,-141 0 0,-53 18-1,18 0 16,-36 0-31,0 0 16,0 0-16,36 0 16,17 0-16,18 0 15,-18 0 1,36 0-16,52-17 16,-70-18-1,-53 35 1,17-18-1,-34 18 1,17-18 0,17 18-1,1-17 1,-18-1 0,-36 18-1,1 71 204,0 158-188,-1-194-31,1 89 31,-1-19-15,1-16 0,-18 16-1,18-16 1,-18-1 0,0 18-1,0-53-15,17-1 16,-17-16-16,0-1 15,0 53 1,0-70-16,0 0 16,0-1-1,0 1 1,-141-18 140,-176 0-140,123 17-1,17-17 1,89 18 0,-35 17-1,-142 18 17,71-35-17,53 17 16,35-17-15,71-1-16,-18-17 16,-18 36-1,36-19-15,-18 1 16,-53 0 0,36 17-1,-1 18 1,1-18-1,17 18 1,-18-35 0,18 17-1,18 0 1,17-35 0,1 0 15</inkml:trace>
  <inkml:trace contextRef="#ctx0" brushRef="#br0" timeOffset="-204749.99">14640 16475 0,'0'70'78,"-35"89"-62,-18-18-1,0 0 1,18-17 0,17-36 15,1-35-16,17-88 110,35-54-109,-17-34 0,-1-1-1,18-105 17,-17 123-1,-18 53-16,18 18 1,-18 17-16,17 1 31,-17-1-15,53 89 78,-17-1-79,69 177 1,-34-106 0,-53-88-1,-1-17 1,1-1-16,-1 18 15,1-18 1,-18-17-16,18 17 31,-18-53 157</inkml:trace>
  <inkml:trace contextRef="#ctx0" brushRef="#br0" timeOffset="-204154.72">14570 16933 0,'35'0'125,"53"-17"-109,-17-1-16,-1 18 15,71-18 1,-123 18 0</inkml:trace>
  <inkml:trace contextRef="#ctx0" brushRef="#br0" timeOffset="-202268.99">19244 15628 0,'-18'0'31,"1"0"63,34 0-16,213-35-47,-19 17 0,-228 18 110,-230 35-126,-18-17 1,-35 17 0,159-17-1,124-18 1,87 0 109,36 0-109,106 0-1,-89 0 1,-88-18-1,-88 18 126,-88 18-125,71-18-1,-1 18 1,89-18 62,52 0-62,1 0-1,70 0 1,53 0 0,18 0-1,-142 0 32,-87 0 47,-19 0 0</inkml:trace>
  <inkml:trace contextRef="#ctx0" brushRef="#br0" timeOffset="-200718.94">15399 16827 0,'35'-17'93,"194"-18"-77,-140 35-16,34-18 16,177-17-1,-106 17 1,-141 0-16,-36 18 31,-17-17-15,-17 17 109,-18-18-110,17 0-15,-17 18 16,-1 0 0,36-17-16,-17 17 15,-1-18-15,-17 18 47,-1-17-16,36-1-15,-17 18 0,17-18-1,-18 18 48,18-17-32,71 34 31,70 19-46,-18 16 0,-87-52-1,-36 36 63,-36 70-62,19-106 0,-54 88-1,54-53 1,-1-17 0,0-18-1,106 0 141,1-18-140,16-17-16</inkml:trace>
  <inkml:trace contextRef="#ctx0" brushRef="#br0" timeOffset="-200085.97">17092 16439 0,'0'18'94,"18"141"-79,-18 0 1,17-36 0,-17-17-1,0-71 1,0-17 0,0-36 171,0-141-171</inkml:trace>
  <inkml:trace contextRef="#ctx0" brushRef="#br0" timeOffset="-199335.53">16933 16510 0,'36'0'125,"-19"0"-110,142-35 1,-18 17-1,-70 18-15,-1-18 16,-17 1 0,-35 17-16</inkml:trace>
  <inkml:trace contextRef="#ctx0" brushRef="#br0" timeOffset="-197045.95">11924 18080 0,'0'17'47,"0"19"-32,0 52 1,0 0 0,0-35-1,0 18 1,0-36-16,0 0 15,0-17-15,18 17 16,-1 18 0,-17-35-16,53 17 15,-35 0 1,17-35 0,0 0-1,36 0 32,-54-17-31,1-19-1,0 19 1,-18-19-16,0 19 16,0-19-16,17 19 15,-17-36 1,0 35-16,0 1 31,0-1-15,-35 18 15,-35 0-15,17 0-1,17 18 16,-17 17-15,53-17 0,-17-1-1,-1-17 142</inkml:trace>
  <inkml:trace contextRef="#ctx0" brushRef="#br0" timeOffset="-195386.75">11483 17939 0,'0'70'63,"0"18"-47,0 18-1,0 0 1,0 123-1,0-193 1,18 34-16,-18-34 16,35 34-1,-18-35-15,-17 1 16,18-1 0,0-35-1,-1 0 32,89 0 94,159 0-126,-71 0 1,35-53 0,-105 18-1,-89 17 1,-17 18-1,-1-18 48,36 18-47,-35-17-1,-1 17 1,-17-35 62,0-159-47,0 123-31,-105-229 31,52 177-15,53 87 0,0 1-16,-18 17 15,0 18 142,1 0-126,-1 0-31,-247 0 31,54 0-15,-54 0-1,71 0 1,124 0 0,52 0-1,0 0 63,1 0-46</inkml:trace>
  <inkml:trace contextRef="#ctx0" brushRef="#br0" timeOffset="-193747.89">12594 16563 0,'18'0'47,"35"0"-16,-18 0-31,-17 0 16,-36 53 62,-35 0-62,0 17-1,18-52 1,35 0-16,0-1 31,0 1-15,0-1-16,35-17 15,71 53 1,-18-35 0,0 17-1,-70-35 1,-18 36 15,-71-1 0,36-17-31,0-1 16,0-17-16,35 18 16,-18-18-16,18 17 31,35 19 0,1-36-15,-1 35-1,-35-17 1,0 17 15,0 0-15,0 0 0,0-17 15,0 0-31,0 17 31,0 0-15,0 1-1,17-1 1,1-35 0,-18 17-1</inkml:trace>
  <inkml:trace contextRef="#ctx0" brushRef="#br0" timeOffset="-191919.05">15522 18009 0,'0'36'78,"-35"193"-47,35-123-31,-18 17 16,18-52 15,0-36-31,-17-35 125,-19-212-109,1 18-1,17 36 1,18 122-16,0-34 16,0-1-1,0 36-15,0 17 16,0-17-16,0 17 16,18 1-1,17-1 16,1 0-15,-1 18 0,0 0-1,18 18 1,0 17 0,-35-17-1,-1 0 1,1-1-16,0 1 15,-18 0-15,17 34 32,-17 1-17,0-35-15,-35 35 16,-71 0 0,36 0-1,17-53 16,123 0 63,177 53-47,-176-36-47,87 36 16,-122-53-1,-36 36 17,-18 16-1,0 1-31,-52-17 31,52-19-31,-35 1 16,-52 17-1,69-17-15,-17-18 16,-53 0 0,54 0-16,-19 0 15,36 0 1,35-18-1,70 18 142,107-17-142,105 17 1</inkml:trace>
  <inkml:trace contextRef="#ctx0" brushRef="#br0" timeOffset="-190554.7">16281 18150 0,'317'-17'125,"36"17"-109,-18-36-1,-282 36-15,35 0 16,-53 0-16,-17 0 16,-18-17 62,0-1-63,-123-35 1,17 0 0,0 0-1,35 18 16,54 35-15,-1 0 78,1 0-63,52 0 63,18 18-79,-18 17-15,36 0 16,-19-17-16,1 17 16,36 18-1,-54-35 1,-35-1 62,-212 195-47,36-71 16,105-88-16,89-53 126,370-53-126,-353 36-31</inkml:trace>
  <inkml:trace contextRef="#ctx0" brushRef="#br0" timeOffset="-189936.51">18062 17709 0,'0'18'63,"0"17"-48,0 18-15,0 53 16,18-35 0,-18-18-16,0-1 15,17 90 1,-17-89-1,0-36 1,0-70 156</inkml:trace>
  <inkml:trace contextRef="#ctx0" brushRef="#br0" timeOffset="-189108">17762 17674 0,'18'-17'110,"35"17"-95,88-36 1,18 19 0,-36-1-16,-70 18 15,106-35 1,-124 35-16,-17 0 15</inkml:trace>
  <inkml:trace contextRef="#ctx0" brushRef="#br0" timeOffset="-186486.05">15716 6720 0,'0'-17'32,"-35"17"30,-18 17-46,0 1-16,18 17 15,0-17-15,-1 17 16,-34 18 0,34-35-16,19-1 15,-18 54 1,17-71-16,18 35 15,-18 89 1,36-54 0,17 1-1,0-36 1,-17-17 0,0-18-1,17 0 32,-17 0-31,-1 0-16,1 0 15,-18-18 1,0-17 62,0 17-62,0 1 15,0-1 31,0 0-46,0 1 0,35-36-1,36 35 1,-54 18-16,19-18 16,-19 18-16,1 0 15,0 0 1,-18 71 109,0 35-110,17 0 1,-17-53 0,0-36-1,18-17 188</inkml:trace>
  <inkml:trace contextRef="#ctx0" brushRef="#br0" timeOffset="-184686.25">16034 7161 0,'0'53'94,"17"18"-79,1-1 1,-18-34 0</inkml:trace>
  <inkml:trace contextRef="#ctx0" brushRef="#br0" timeOffset="-184406.48">15699 6667 0,'17'18'31,"1"17"1</inkml:trace>
  <inkml:trace contextRef="#ctx0" brushRef="#br0" timeOffset="-182970.57">16192 7073 0,'0'0'0,"36"53"15,-1-18 1,-17 1-1,17-89 95,36-18-95,-54 36 1,71 0 0,-70 35-16,0 0 15,-1 0 1,1 0 0,35 35-1,17 18 1,54-36-1,-36-17 1,18 0 0,-88-17-16,-1-18 15,-17 17-15,0-17 16,0 17-16,0-17 16,0-1-1,-17 36 1,-19-17-1,1 17 17,17 17-17,-17 54 1,17 0 0,18-36-1,0 18 1,0-36-16,0 19 15,36 17 1,-36-36-16,35 1 16,0-1-1,-17-17-15,35 0 16,35 0 0,-17 0-1,-19-17 1,-16-18 15,-19-18-15,-17 0-1,0 17 1,0 19 0,71 87 62,35 36-63,0-71 1,-18-17 15,-35-18-31,17 0 0,-17-35 16,0-18 15,-53 18-31,0-1 16,0 1-16,0 0 31,0 17-15,18 36 30,35 52-30,-18-34 0,0-19-1,-17-17 1,-1 18 0,1-18-1,35 18 32,-18-18-47</inkml:trace>
  <inkml:trace contextRef="#ctx0" brushRef="#br0" timeOffset="-181736.66">23125 6632 0,'-53'18'31,"17"17"-15,19-17-16,-19 17 15,-16 71 1,34-71-16,0 36 15,-17 123 1,35-106 0,18-53-1,-1 0 1,36-35 0,18 0-1,-36-35 1,-17 0-1,-1 0 1,-17 17-16,0-17 16,0-1-16,0 19 31,0-18 78,0-1-93,36 1 0,16 17-1,1 18 32,-35 0-31,17 71-1,-35-18 1,18-18 0,-18 18-1,18-18 1,-18 1-1,0-19 1,17 18 0,-17-70 62,18-35-63</inkml:trace>
  <inkml:trace contextRef="#ctx0" brushRef="#br0" timeOffset="-181369.96">23477 7056 0,'0'17'32,"18"18"-32,0 36 15,-1 35 32,-17-89-16,0-69 32</inkml:trace>
  <inkml:trace contextRef="#ctx0" brushRef="#br0" timeOffset="-181126.74">23177 6650 0,'18'17'94</inkml:trace>
  <inkml:trace contextRef="#ctx0" brushRef="#br0" timeOffset="-179465.57">23636 6897 0,'18'17'32,"-18"1"-32,35 0 15,71 70 1,-53-35 0,-18 0-1,-17-53 1,-18 17-1,17-34 64,-17-142-48,0 124-31,18-1 15,0 36 79,35 53-78,70-17-16,-52-36 15,87 0 1,-122 0 0,-36-18-1,0-53 1,0 36 0,-18 35-1,0-17 1,-35 17 31,18 0-32,0 0-15,35 17 16,-35 36 0,17 0-16,18 35 15,0-35 1,0-18-1,18-17 1,34-18 0,19 0-1,35 0 1,0 0 0,-71-18-1,0 18-15,-17-17 16,0-36-1,-18 0 17,0 35-32,0 1 15,0-36 1,35 88 93,159 18-77,-141-53-32,70 0 31,-88-53 0,-35 35-15,18 18 109,0 0-110</inkml:trace>
  <inkml:trace contextRef="#ctx0" brushRef="#br0" timeOffset="-171686.96">19367 15804 0,'-17'0'78,"-1"0"-31,53 18 125,18-18-156,141 18 15,-141-18-31,-17 0 16,-19 0 15,-34 0 281</inkml:trace>
  <inkml:trace contextRef="#ctx0" brushRef="#br0" timeOffset="-170563.7">19279 15628 0,'71'35'360,"-36"-35"-345,-17 18 1,70 0-1,0 17 1,-17 0 0,-54-35-16</inkml:trace>
  <inkml:trace contextRef="#ctx0" brushRef="#br0" timeOffset="-169542.89">21308 15557 0,'17'0'63,"1"0"15,211-17-63,18-1 1,-17-17 0,-142 35-1,-53-18 1</inkml:trace>
  <inkml:trace contextRef="#ctx0" brushRef="#br0" timeOffset="-163884.56">23248 6174 0,'18'0'296,"-1"0"-264,19 0-1,-19 0 16,1 0-16,17 0-15,-17 0-16,-1 0 15,19 0 1,-19 0 46,1 0-30,0 0 311,-1 0-327,1 0 15,0 0 32,-1 0-48</inkml:trace>
  <inkml:trace contextRef="#ctx0" brushRef="#br0" timeOffset="-162545.16">22207 6085 0,'18'0'219,"0"0"-188,17 0 16,-17 0 0,-1-17-1,1 17 33,-1 0-64</inkml:trace>
  <inkml:trace contextRef="#ctx0" brushRef="#br0" timeOffset="-155294.28">27023 10672 0,'0'-18'62,"0"0"-46,17-35-1,-17 18 1,36 0 0,17-18-1,-18 35 1,-17 18-16,17 0 31,0 0 0,0 71-15,-17-36 0,0 36-1,-18-36 1,0 0-1,0 18 1,-18 0 0,0-18-1,18-17 1,0 0 93,0-1-93,18 1-16,88 70 16,-53-35-1,-36-18 1,-17-17-1,0-1 1,0 1-16,0 0 16,-17-18-1,-1 17-15,-17-17 16,-71 18 0,53-18-1,18 0 1,0 0-1,17 0 17,0 0-17</inkml:trace>
  <inkml:trace contextRef="#ctx0" brushRef="#br0" timeOffset="-153700.61">27411 10089 0,'-71'0'31,"142"0"-31,-159 0 0,70 0 16,0 0-16,-17 0 16,-18 0-1,-17 0 1,-124 36 0,88-1-1,35-17 1,-35 35-1,-88 52 17,106-34-17,35-1 1,0 36 0,36-53-1,-1-17-15,18-1 16,0 88-1,0-52 1,0-18-16,0 53 31,53-54-15,-18-16-16,18 34 16,35 1-1,124 88 16,-124-124 1,18 18-17,-53-36 1,17 1 0,54-18-1,-106 0-15,35 0 16,17 0-1,-17 0-15,35-18 32,18-34-17,-88-1 1,35-36 0,-1 1-1,-34 53 1,17-36 15,1-17-15,-19 35-16,1 0 15,17-35 1,-35 35-16,0 36 16,0-89-1,18 18-15,-18 35 16,0-141-1,-18 88 1,-17 18 0,17 70-1,18 0 1,-35 1 31,17-1-16,-17 0-31,17 18 16,-34 0-1,-19 0 1,0 0 0,1 0-1,-1 0 1,-34 0-1,69 0 1,19 0 0</inkml:trace>
  <inkml:trace contextRef="#ctx0" brushRef="#br0" timeOffset="-151370.3">28787 10495 0,'0'35'110,"53"159"-79,-36-123-31,18 17 16,18 18-1,-53-71 16,18-35 1,-18-70 30,0-54-46,0 71-16,-18-52 15,1 34 1,17 18-16,0-18 16,0 54-1,0-1 1,0 1 62,17-1-62,19 18 15,-1 0-15,0 35-16,18-17 15,53 70 1,-18-17-1,-70-54 1,17 36 0,0-35-1,-35-1 1,18 1 0,0-18-1,-1 18 1,1-18 31,17-18-32,0 0-15,1-17 16,17-71 0,0 0-1,-18 1 1,-17-19-1,-1 71 1,-17 36 0,18 34 62,-18 1-63,0 123 17,17-70-17,-17 34 1,36 54 0,-1-53-1,0-18 1,1-53-1,-36 1 1,17-36 0,1 0 46,-1 0 63,19-18-109,-19-17-16</inkml:trace>
  <inkml:trace contextRef="#ctx0" brushRef="#br0" timeOffset="-150817.39">30603 10354 0,'18'35'109,"35"195"-78,-35-160-31,35 124 16,-36-141-1,1 0 17,-18-35-17,0-36 63,0-35-46,0 0-17,-35 0-15</inkml:trace>
  <inkml:trace contextRef="#ctx0" brushRef="#br0" timeOffset="-150021.89">30409 10407 0,'-17'0'32,"17"-18"-1,0 1 16,0-36 0,35 17-32,141-87 1,1 52 0,-36 54-1,-35-18 1,-71 17 15,-35 71 172</inkml:trace>
  <inkml:trace contextRef="#ctx0" brushRef="#br0" timeOffset="-148286.87">29157 12506 0,'0'-18'47,"18"18"-32,-18 18 1,0 35 0,0 123-1,0-52 1,0-54 0,0-52-1,0-36 63,0-35-62,0-35-16,-18 0 16,0-35-16,18-1 15,-17-88 1,17 124-1,0 35 1,0 18 0,0 17 15,17 18 0,19 0 16,-1 0-31,0 0-16,1 36 15,-1-1 1,-35 0 0,0-17-1,17 17 1,-17 18-1,0-18 1,0-17 0,0 0-1,0-1 1,0 18 15,0-17-15,0 0-1,36-1 1,34 1 0,-17 17-1,18-17 1,-71 0 78,0-1-79,-36 1-15,1 0 16,-88 17 0,17-35-1,35 0 1,36 0 15,17 0-15,18 17 124,36 1-124,17 0 0</inkml:trace>
  <inkml:trace contextRef="#ctx0" brushRef="#br0" timeOffset="-147333.53">29845 12859 0,'0'-36'78,"18"1"-63,-18-35 1,17 17 0,1-71-1,17 1 1,-17-1-1,-18 36 1,17 18 0,-17 34-16,0 19 15,0-1-15,0 0 16,0-35 0,0 18-16,0 0 31,0 17-16,0 1 1,18 17 31,17 105 0,36 1-32,35 88 17,-36-35-17,-34-88-15,-1-18 16,-35-36 0,0 1-1,18-18 126,-1-35-94</inkml:trace>
  <inkml:trace contextRef="#ctx0" brushRef="#br0" timeOffset="-146536.2">30515 11871 0,'0'18'47,"36"35"-16,-36-18-15,17 35-1,18 36 17,-17-88-32,0 35 15,-1 35 1,1-53-16,-18 0 16,18 1-1,-1-36 1,1 0 15,52 0-15,-34 0-16,105-36 15,-106 36 1,71-17-16,0 17 16,-71-18-16,0 18 15,-17 0 204</inkml:trace>
  <inkml:trace contextRef="#ctx0" brushRef="#br0" timeOffset="-145970.78">31803 11536 0,'35'35'47,"-17"53"-31,17 0 0,18 18-1,-35-53-15,-1 18 16,36 52-1,-53-87 1,18-19 0,-18-34 62,0-1-63,0 0 1,-18-17-16</inkml:trace>
  <inkml:trace contextRef="#ctx0" brushRef="#br0" timeOffset="-145403.6">31697 11659 0,'0'-17'78,"106"-107"-47,-36 71-31,72-53 16,-90 89-16,72-18 16,-71 17-1,-53 53 95,0 36-95</inkml:trace>
  <inkml:trace contextRef="#ctx0" brushRef="#br0" timeOffset="-143966.14">32508 11695 0,'18'52'31,"-18"1"1,18 18-17,-18-53 1,0-1-1,-18-105 79,-88-194-63,89 194 1,17 70-17,17 18 17,-17 18-17,36 17 1,-19 0-1,1-17 1,-1-1 0,-17 1-1,18 17 1,0-35 0,-1 0 46,1 0-46,35 0-1,0-17 1,0-36 0,-36 35-1,-17 1-15,0-1 31,18 53 94,0-17-93,35-18-17,-18 0 1,-17 0-16,-18-18 16,17-17-1,-17 17 1,0 71 62,53 88-47,35-105 0,-35-36 1,-53-18 30</inkml:trace>
  <inkml:trace contextRef="#ctx0" brushRef="#br0" timeOffset="-142077.4">29245 13070 0,'18'0'187,"70"0"-171,-35 0 0,0 0-1,-35 0-15,-1 0 31,1 0-15</inkml:trace>
  <inkml:trace contextRef="#ctx0" brushRef="#br0" timeOffset="-139792.17">30833 12788 0,'17'0'390,"1"0"-374,35 0-1,18 0 17,-36 0-32,-18 0 15,36 0 1,-35 0-16,0 0 172</inkml:trace>
  <inkml:trace contextRef="#ctx0" brushRef="#br0" timeOffset="-137749.61">12965 15646 0,'17'0'31,"-17"17"32,0 1-32,18-18-15,52 0 46,72 18-31,16-18 1,-122 0-17,34 0-15,1 0 16,-18 0-16,-1 0 16,1 0-16,0 0 15,-17 0 1,-19 0-1</inkml:trace>
  <inkml:trace contextRef="#ctx0" brushRef="#br0" timeOffset="-132852.58">29034 11465 0,'211'-17'203,"230"-1"-172,106-53 1,-371 54-17,-105-1 1,-36 18 0,-17 0-1,-318 0 157,88 0-141,-17 18-15,70-1 0,53-17-1,71 18-15,18-18 16,-36 18-1,35-18-15,0 0 16,-35 0 0,36 0-1,-18 17 1,17-17 0,0 0 30</inkml:trace>
  <inkml:trace contextRef="#ctx0" brushRef="#br0" timeOffset="-125794.68">9842 16051 0,'0'18'63,"0"17"-48,0-17 1,18 0-1,0-18 32,35 0 0,123-53-16,-35 17 1,-123 36-17,-1 0-15,-17 18 125,0 53-109,-17-1 0</inkml:trace>
  <inkml:trace contextRef="#ctx0" brushRef="#br0" timeOffset="-124984.06">9737 17286 0,'35'35'63,"-17"-17"-48,-18 53 1,0-19 0,17-34-1,1-18 48,17 0-48,0-35-15,36 0 16,17-1 0,-17 19-1,-1-19 1,-17 19 15,71-19-15,-1 19-1,-17 17 1,-88-18-16,-1 18 16,1 0-1,-36 18 126</inkml:trace>
  <inkml:trace contextRef="#ctx0" brushRef="#br0" timeOffset="-123670.78">10460 18768 0,'17'0'250,"107"-36"-218,105-69-1,-105 69 0,-107 36 32,-17-17-48</inkml:trace>
  <inkml:trace contextRef="#ctx0" brushRef="#br0" timeOffset="-122270.77">25453 10601 0,'18'71'94,"-1"-1"-78,18 36-1,1-53 1,-36-18 0,17-35 15,1 0-15,-18-35-1,88-53 1,36-1-1,-1 1 17,-17 18-17,-53 34 1,-35 1 0,-54 35 109</inkml:trace>
  <inkml:trace contextRef="#ctx0" brushRef="#br0" timeOffset="-117578.6">1041 14393 0,'17'0'172,"230"36"-141,-211-36-31,246 17 31,-159-17-15,18 0-16,-70 0 16,123 0-1,-88 0-15,-18 0 16,212 0-1,-124 18 1,-35-18 0,36 18-1,123-18 1,-124 0 0,36 0-1,-124 0 1,194 0-1,-106 0 17,36 0-17,-141 0-15,17 0 16,88 0 0,-52 0-16,140 0 15,-70-18 1,159 0-1,-141 1 1,88 17 0,-71-36-1,-35 36 1,18 0 0,-71 0-1,-53 0-15,212-17 16,-159 17-1,18-18-15,52 18 32,-158 0-32,71 0 15,-71 0 1,0 0 0,35 0-1,18 18 1,-1-1-1,-34-17 1,17 18 0,-53-18-16,-17 0 15,17 0-15,1 0 16,-19 0 0,1 0-16,35 0 31,0-18-16,-18 1 1,0 17 15,18-18-15,-18 0 0,-17 1-1,0-1 1,-18 0 15,0 1-15,0-1-16,0-17 15,-18-89 1,-17-17 0,-18 0-1,18 53 1,17-18-1,18 36 1,-18-1 15,1-17-15,17 17 0,0 18-16,0 36 15,-18-18-15,18-1 16,0 19-1,0-1 1,-35 18 125,-106 0-126,0 0-15,-36 0 16,-123 0 0,36 0-16,34 0 15,-352 0 1,159 0-1,123 0 1,71 0 0,-53 0-1,-36 0 1,18 0 0,230 0-16,-54 0 15,1 0 1,-36 0-16,18 0 15,53 0-15,-194 18 32,158 17-17,-299-17 1,123-1 0,53-17-1,123 0-15,36 0 16,-106 18-1,35-18 1,71 0 0,35 0-16,0 0 15,1 0-15,-1 0 16,0 0-16,0 0 16,-71 0-1,71 0-15,-246 0 31,122 0 1,1 17-17,35-17 1,88 0 0,17 0-1,19 0 1,-18 0-1,17 0 1,0 0 0,-17 0-16,17 0 15,-17 0 1,17 0 0,18 36 187,-17 105-188,-19-53-15,36-17 0,-17 87 16,17 1 0,-18-35-1,1-19 1,17-52-1,-18-35-15,18 17 16,0 0 0,0-17-1,0 17 1,0-17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24:08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12894 5045 0,'-18'17'16,"-17"-17"15,17 18-16,-34 17 1,-1 1 0,-53 16-1,0 1 1,53 0-16,-18-35 16,19 0-1,-19 17-15,-88 18 31,53-36-31,18 1 16,0 0 15,17-1-15,1 1 0,-18 0-1,17 17 1,-17-17-1,35 17 1,-17 0 0,34-17-16,1-18 15,-53 35 1,17 0 0,1 1-1,17-19 1,-18 1-1,1 17 17,-1 0-17,1-17 1,-1 17 0,18 1-16,18-19 15,-53 36 1,35-35-16,0-1 15,-88 54 1,0 0 0,17-1-1,36 1 1,17-1 0,18-52-1,18-1-15,-18 54 31,-88 35 1,106-71-32,-18 0 15,-71 71 1,71-70-16,1 16 16,-90 72-1,107-71 1,-88 70-1,87-87 1,-16 16 0,16 1-1,-17 0 1,18 0 0,0-53-1,-1 36-15,19-19 16,-36 36-16,0 0 15,18-18-15,-18 1 32,18-19-32,-1 18 0,19 1 15,-36 17 1,-18 0 0,36-1-1,-36 19 1,-17 17-1,18 0 1,-1-17 0,36 0-1,-18-19-15,18 1 16,-18 36 0,17-37-16,1-16 15,17 87 1,-17-35-1,0-52 17,17 17-17,-35 35 1,-35 35 0,35-70-1,36-18-15,17 1 16,-36-1-1,19-17 1,17-1-16,0 19 16,-18-36-16,18 35 15,-35 0 1,35 0-16,-18 18 16,-35 36-1,0-1 1,36-35-1,-1 0 1,-17-18 15,35 0-15,-18 0 0,0 18-1,1-35-15,17 17 16,0 18-1,-35 0-15,17 0 16,-35 35 0,35-53-1,18 1 1,-17 17 0,-1-18-1,18-17 1,0-1-16,0 18 15,-18 36 17,1-18-32,-1-18 15,0 18 1,1-35-16,17-1 16,0 1-1,0 17 1,-18-17-1,1 0 1,17 17 0,0-17 62,0-1-47,-18-17-15,18 18-16,-18-106 93,-17-106-61,35 158-17,-18-70 1,18 71 0,0 88 234,0-18-235,0 1-15,0 70 16,0-36-1,0-17 17,0-35-17,0-1 1,0 1 15,18-18 141,17 0-156,18-53 15,18 0-15,-54 18-16,19 17 15,70-70 1,-71 70-1,-18 18 1</inkml:trace>
  <inkml:trace contextRef="#ctx0" brushRef="#br0" timeOffset="2536.98">14111 5027 0,'-35'0'406,"-124"0"-374,141 0-17,-17 0 1,18 18 0,-1-18-1,0 0 1,1 35-1,-19-35 1,36 35 0,-17-17-1,-1-18 1</inkml:trace>
  <inkml:trace contextRef="#ctx0" brushRef="#br0" timeOffset="9830.68">4092 17074 0,'0'0'0,"0"71"31,0-53 16</inkml:trace>
  <inkml:trace contextRef="#ctx0" brushRef="#br0" timeOffset="15629.77">21149 12012 0,'0'35'94,"0"54"-79,0-19 1,0-35 0,0 1-1</inkml:trace>
  <inkml:trace contextRef="#ctx0" brushRef="#br0" timeOffset="16943.05">21255 11783 0,'0'0'16,"-53"-53"-1,18 35 17,-18 1-17,0 17 1,0 0 0,0 0-1,-35 35 1,70-18-16,-17 1 15,17 0 1,-17-1-16,0 19 16,17-1-1,0-17-15,1-1 16,17 54 0,0-36-1,0 18 1,0 0-1,0-18 17,35 18-32,-35-18 31,35 1-15,-17-1-1,0 0-15,-1-17 16,1-1-1,17 1-15,-17 0 16,70-1 0,-35 1-1,35-18 1,18 0 0,-18-35-1,18-18 1,-53 0-1,0 0 1,-36 18 0,1-1-1,-18 1 1,0 18-16,0-1 16,0-88-1,0 18-15,-18 17 16,-52-87-1,35 105 1,-18 0 0,0 17-1,-18 1 1,18 18 0,0-1-1,36 18 1,-19 0-16,1 0 15,0 0 1,0 0 0,-71 70 15,53-34-15,35-36-1,18 17 1</inkml:trace>
  <inkml:trace contextRef="#ctx0" brushRef="#br0" timeOffset="18752.27">21467 11747 0,'17'0'94,"18"0"-79,1 0-15,158 0 16,17-35 0,-122 35-1,-1-17 1,-88-1 187,-18-17-187,-88-18-1,53 0 1,0 18 0,36-1-1,-1 36-15,36 18 250,141 88-219,35-18 1,-159-88-1,-35 53 110,-18 0-126,-52 70 16,34-52-15,19-36 0,-1-35-1,18 18-15,0-1 16</inkml:trace>
  <inkml:trace contextRef="#ctx0" brushRef="#br0" timeOffset="25883.07">22631 11377 0,'0'-18'47,"17"18"-31,-17-17-1,18-1 1,0 18-16,17-17 31,0-1-15,-17 18-16,17 0 15,-17 0-15,17 0 16,-17 0-16,-18 18 31,17 34-15,-17-16-1,0 17 1,-17 70 31,-1-35-31,-17-70-16,17 0 15,-17 34 1,0-34 15,35 0-15,0-1-16,-18-17 31,0 18-15,18 0 15,36-18 31,-1 0-46,18 0-16,-18 0 0,53 0 31,-17 0-15,-54 0-16</inkml:trace>
  <inkml:trace contextRef="#ctx0" brushRef="#br0" timeOffset="27586.75">23125 11148 0,'-36'-18'32,"36"0"-32,36 54 0,-89-72 31,53 19-15,0-1 15,-36 18 0,-17-17-15,18-1-16,0 18 15,-53 0 1,52 0 0,1 0-1,18 0 1,-54 35-1,18-17 1,18-1 15,-1 1-31,36 0 16,-17-1-16,-1-17 16,-35 53-1,0 0 16,18 0-15,0 0 0,35-18-1,-18 36 1,18-18 0,-17 17-1,17-17 1,0-17-1,0 16-15,0-16 32,17-1-32,-17-17 0,71 52 31,-36-17-15,36-18-1,-19 1 1,19-1-1,-18-35 1,35 18 0,18-1-1,0-17 1,-71 0-16,18 0 16,18 0-1,-36-17-15,0 17 16,18-36 15,0 1-15,-18 0 15,-17-53-15,-18-1-1,0 1 1,0 0-1,0-18 1,-71-35 0,36 88-16,0 0 15,-18-17 1,18 17-16,-1 17 16,-34-34-1,34 52 1,19 18-1,-18-17 17,-1 17-1,19 0-15,-1 0 15,0 0 0</inkml:trace>
  <inkml:trace contextRef="#ctx0" brushRef="#br0" timeOffset="38803.26">3898 17145 0,'88'0'219,"-52"0"-203,34 0-1,-17 0 1,-35 0 0,-1 0-1,1 0 1,35 0-1,-18 0 1,36 0 0,-36 0-1,-17 0 1,17 0-16,-17 0 16,35 18-1,-36-18-15,1 0 16,52 0-1,-17 17 1,53-17 0,0 0-1,0 0 1,-53 0-16,-18 0 16,36 0-1,17 0 1,-53 0-1,18 0-15,53 0 32,-18 0-32,-17 0 0,34 0 31,-34 0-31,-18 0 16,88 0-1,-35 0 1,-18 0-1,18 0 1,35 0 0,35 0-1,-35 0 1,-105 0-16,17 0 16,17 0-16,-35 0 15,89 0 1,-89 0-16,18 0 15,88 0 17,-35 0-32,53 0 31,-36 0-15,-17 0-1,0 0 1,17 0-1,89 0 1,-88 0 0,-19-17-16,-34 17 15,-18 0-15,17 0 16,89-18 0,-88 18-16,35 0 15,-1 0 1,1-18-1,53 18 1,17 0 31,-87 0-31,-72 0-16,18-17 15,36 17 1,35 0-1,-71 0-15,36 0 16,140 0 0,-122-18-16,175 18 15,-87 0 1,52-18 0,-70 18-1,-1 0 1,36-17-1,-17 17 1,34 0 15,-34 0-31,-89 0 16,0 0-16,36 0 16,-36 0-16,-18 0 15,89 0 1,-106-18-16,71 18 15,122-17 1,-87 17 0,53 0-1,-106 0 1,-18-18 0,0 18-1,-17-18 1,-18 18-1,-18 0-15,71-17 16,-71 17 0,159 0 15,-53 0-15,-53 0-1,1 0 1,16 0-1,1 0 1,-35 0-16,-36 0 16,88-18-1,-34 18 1,-36 0-16,0-18 16,-36 18-16,36 0 15,53 0 1,-53 0-1,-18 0-15,124 0 32,-53 0-17,17 0 1,-35 0 0,36 0-1,17 0 1,18 0-1,-36 0 1,-17 0 0,-88 0-16,35 0 15,-18 0-15,-18 0 16,36 0-16,18 0 16,-36-17-16,36 17 15,176 0 1,-36 0-1,-34 0 1,52-18 31,-141 0-31,-70 18-16,17 0 15,0-17-15,-17 17 16,35 0-16,0 0 15,35-18 1,-53 18-16,1-18 16,17 18-1,-36-17 17,19 17-1,-1 0-16,18 0 1,-53-18 15</inkml:trace>
  <inkml:trace contextRef="#ctx0" brushRef="#br0" timeOffset="49861.77">23618 11677 0,'0'-18'78,"36"1"-62,34-1-1,18 0 17,-17 1-32,-18-1 0,18 18 15,-36-18 1,0 18-16,18-17 15,53-1 1,-53 18 0,17 0-1,1-17 1,17-1 0,0 0-1,-17 1 1,-89 17 109,-35-18-110,-17-17 1,-1 17 0,18 0-1,18 18 1,17 0 31,71 0 187,71 0-203,-36 53 1,-53-53 15,0 36-32,-17-36-15,17 17 16,-17-17-16,17 18 15,1-18 1,-19 0-16,-34 35 141,-142 53-94,124-52-47,-1-1 15,1 35 1,0-52-16,17 17 15,-17 36 1,17-53 0,18-1 15,-18-17 0</inkml:trace>
  <inkml:trace contextRef="#ctx0" brushRef="#br0" timeOffset="55780.01">10125 7232 0,'-18'35'359,"-17"-35"-343,17 18-16,18-1 16,-17-17-16,-1 18 15,0-18 1,1 0 15,-1 18 0,0-1-31,-17 1 32,35 0-17,-18-1 1,1-17-1,17 18 1,0 0 0,-18-18-1,18 17-15,-35 19 16,0-1 15,35-18-15,-36 19-1,19-36 17,-19 53-1,1-18-15,17-17-1,-17-1 1,35 1-16,-17 17 15,-19-35-15,19 18 16,-19 17 0,1-17-1,0 35 1,-18-36 0,0 18-1,18 1 1,-36-1-1,53 0 1,-17 1 0,0-36 15,35 17-31,-18 1 16,1-18-1,-1 18 1,18-1-1,0 1-15,-18-18 16,1 17 0,-1 1-1,0 0 1,1-1 0,17 1-1,-35 17 1,17-35-1,18 18 1,-18 0 0,1-1-1,17 1 17,-18-1-17,0 1 1,18 0-1,-17-18 1,17 17 15,-18 1 16,0 0-31,18-1-16,-17-17 15,-1 18 1,1 0 0,17-36 124,0 0-124,0-17 0,0 17-16,0-35 31,0 18-16,17 18 1,1-19 0,-18 19-1,17-1 17,1 18-17,-18-18 1,18 1-1,-18-1 1,0 0 47,17 18-32,-17-17-16,0 52 157,-17 36-156,-1-1 0,0-17-1,1 0 1,-1-18-1,18-17 1,0 0-16,-17-1 31,17 1-31,-18-18 16,0 17 15,195-69 172,-1 16-171,-141 19-32,-17 17 15,-18-18 1,-18 0 156,-17-35-141,17 36-15,1-1-1,17 1 1,-36-1-1,36 0 1,-17 1 0,-1 17-1,-17-36 17,17 19-17,1-1 16</inkml:trace>
  <inkml:trace contextRef="#ctx0" brushRef="#br0" timeOffset="59991.24">25171 11095 0,'0'35'78,"17"36"-63,-17-36 1,0 18 0,0 0-1,0 0 1,0-36-1,0 1 1,0 0 31,36-18 78,-19 0-109,19 0-1,-1 0-15,18-18 16,0 18-1,-36-18-15,1 18 16,0 0-16,-1 0 16</inkml:trace>
  <inkml:trace contextRef="#ctx0" brushRef="#br0" timeOffset="60645.49">25312 11254 0,'0'17'125,"0"54"-109,0-18-1,0 53 1,0-54 15,0-34-15</inkml:trace>
  <inkml:trace contextRef="#ctx0" brushRef="#br0" timeOffset="61994.58">25400 10848 0,'0'0'0,"-18"0"15,-17 0-15,-35-18 32,-54 1-1,36 17-15,53 0-1,-1 0 1,-17 17-1,36 1-15,-1 17 16,0 0-16,-17-17 16,35 35-1,-17-53-15,-1 35 16,0 1 0,18-19-16,0 18 15,-17 1 1,17 17-1,0 17 1,17 54 15,19-71 1,-19-18-32,1 0 15,-1 0-15,1 1 16,-18-19-16,18 1 15,-1 17 1,1-17 0,0 0-1,-1-1-15,1-17 16,17 0 0,18 0-1,0 0 1,0 0-1,-18 0 17,18 0-32,18-17 31,-18-36 0,-36 35-31,19 0 16,-19-17-1,1 0-15,-1 0 16,19-54 0,-36-16-1,0 16 1,0 1 0,-36 0-1,19 35 1,-1 18-16,-17-18 15,0 18 1,17-1-16,-17 1 16,-18 17-1,18 1-15,-18-1 32,17 0-32,19 18 15,-72 0 1,37 0-1,-19 0 1,36 0 0,17 0-1,0 0 1,18 18 0,-17-18-1</inkml:trace>
  <inkml:trace contextRef="#ctx0" brushRef="#br0" timeOffset="66218.67">3651 12682 0,'18'0'46,"17"0"-14,71-17-17,176-1 1,18 18 0,0-18-1,106 18 1,-71-52-1,-18 52 1,-105-18 0,211 18 15,-282 0-31,18-18 16,229 18-1,-141 0 1,-88 0-1,70 0 1,-88 0 0,36 0-1,-1 0 1,-88 0-16,18 0 16,0 0-16,70 0 15,1 0 1,-1 0-16,-70 0 15,176 0 1,-211 0-16,70 0 16,247 0 15,-18 0-15,-87 0-1,34 0 1,-52 0-1,-1 0 1,18 0 0,-105 0-16,-71 0 15,352 0 1,-281 0 0,52 0-1,-123 0-15,70 0 16,89 18-1,-54-18 1,-17 0 0,-17 0-1,-1 0 17,-52 18-17,-18-18 1,-36 0-16,36 0 15,53 0 1,-106 0-16,35 0 16,0 0-16,-17 0 15,123 0 1,-71 0 0,-17 0-1,70 0 1,1 0-1,-72 0 1,1 0 0,-35 0 15,52 0-15,-87 0-16,17 0 15,70 0 1,-17 0-1,-36 0-15,-34 0 16,87 0 0,1 0-1,-19 0 1,19 0 0,52 0-1,-88 0 1,-17 0-16,-18 0 15,0 0-15,35 0 16,-53 0 0,106 0 15,-17 0-15,-89 0-16,18 0 15,35 17 1,-35-17-1,35 0 1,54 0 0,52 0-1,-53 0 1,-71 0 0,-34 0-16,-19 0 78,1 0-47</inkml:trace>
  <inkml:trace contextRef="#ctx0" brushRef="#br0" timeOffset="71488.59">8237 9402 0,'0'35'156,"0"-18"-140,-17 36 0,-1-53-1,18 36 1,-18-36-1,1 35 17,-1 0-1,1-17-31,17-1 16,-18 19-1,18-19-15,-18 1 16,18 0-16,-17-18 0,17 17 15,0 1 1,0 0 0,0-1-1,-18 1 1,0-1 0,18 1-1,-17 0 1,17 17-1,0-17 1,-18-1 0,0 19-1,18-19 1,0 1 15,0 17-15,-17-17-16,17-1 15,-18 1 1,0 0 0,18 17-1,-17-17 1,-1 17 0,18-17 15,0-1-16,0 1 1,-17-18 0,17 17 31,-18-52 171,18-53-186,0 35-1,0 18 0,0 0 0,0 17 16,0 0-16,0-17-15,0 17 0,0 1-1,0-1 17,0 0-17,0 54 204,0 17-203,0-36-1,0 36 1,0-35-1,0-1 1,0 19 0,0-19 31,0 1-32,0 0 1,0 17-1,0-17 17,0-1-1,0 1 0,0-1-15,0 1-1,70-36 282,-52 1-281,17-1 0,1 18-1,-19-17 1,1 17 124,0-18-124,-18-17 47,0 17-32,0 0 0,0 1 16,0-1-16,0 0-15,-18 18-1,18-17 17,-18-1-17,1 1 1,-1 17 0,18-18 15,-18 0 0,1 18 0,-19-17-15,19-1 0,-1 18-1,1-18 1,-1 1 15,0 17-15,18-18-16,-17 18 31</inkml:trace>
  <inkml:trace contextRef="#ctx0" brushRef="#br0" timeOffset="78448.58">4198 15681 0,'18'0'187,"405"0"-155,-317 0-32,388 0 31,335 0 0,17 0 0,36 0-15,-476 18 15,-159-18-15,159 0-1,-106 0 1,193 0 0,-104 0-1,-301 0-15,123 0 16,-122 0-16,87 0 16,89 0-1,-89 0-15,-53 0 16,318 0-1,-176 0 1,-71 0 0,265 0 31,-265 0-32,-71 0 1,-17 0-1,-53 0-15,0 0 16,17 0-16,36 0 31,-18 0-31,-35 0 0,35 0 16,159 0 0,-141 0-1,53-18 1,-36 18-1,36-18 1,0 18 0,-53 0 15,-53 0-31,17-17 16,89 17-1,-71 0-15,-53 0 16,124-18-1,-71 18-15,71-35 16,70 35 0,-52 0-1,-54-18 1,18 18 0,1-18-1,-19 18 1,1 0-1,-36 0 1,0 0-16,53 0 16,0-17 15,-17 17-15,-71 0-16,-1-18 15,195 18 1,-158 0-1,34 0 1,-17 0 0,-36 0-1,-17 0 1,0 0 0,-35 0-1,0 0 1,17-17-1,0 17 1,0 0-16,-17-18 16,70 0 15,-17 18-15,17-17-1,-70 17 1,17 0-1</inkml:trace>
  <inkml:trace contextRef="#ctx0" brushRef="#br0" timeOffset="86173.13">25823 11359 0,'89'-17'78,"122"-1"-47,-123 18-15,-17 0-16,17-17 0,-35 17 15,53 0 1,-71-18-16,18 18 31,-53-18-15,18 1 15,-1 17 0,-34-53 63,-36 35-78,35 18-16,1-35 15,-19 35-15,1-18 16,17 0 15,1 18-15,34 0 93,1 18-93,17 17-16,18 1 15,88 17 1,-53-18 0,-17-17-1,-71-1 79,-106 107-63,71-89-31,-18 18 47,53-71 63,-18-158-95,1 123-15,-1-18 31</inkml:trace>
  <inkml:trace contextRef="#ctx0" brushRef="#br0" timeOffset="92728.26">8326 10636 0,'-18'-17'1375,"18"-54"-1359,0 18 31,0 18-16,0 17 16,0 1-16,0-1 0,0-17 1,18 17-17,-1-17 17,1-1-1,-1 19-16,-17-1 1,18 1 0,-18-19 15,0 19-15,18 17-16,-18-18 15,17 0 1,-17 1-16,0-1 15,18 0 1,0-17 0,-1 0 31,1 35-32,-18-18 1,18 1-1,-18-1 32,17 18-15,1 0-17,-18-18 1,35 1-1,-17 17 1,-1-18 0,1 18-1,-18-18 17,18 18 46,-1 0-47,1 0-15,0 0 109,-1 0-110,1 0 1,17 18-1,-35 0 1,18-1 15,-1-17-15,-17 36 0,18-19-1,0-17-15,-18 18 16,17 0-16,-17-1 31,0 1-15,18-1-1,0 19 17,-18 17-1,0-36 0,17 1-15,-17 0-1,18-1 1,-18 1 0,0-1-1,18 1-15,-18 0 31,0 17-15,0-17 31,0-1-31,0 1-1,17 17 1,-17-17 15,18-1-15,-18 19 46,0-19-31,0 1 1,0 0-1,35 17 0,-35-17-15,-18-18 234,18-18-235,-17 0 1,-1-35 0,1 36-1,-1-1 1,0-17 0,18 17-1,0 1 1,-17-1-1,-1 18 64,18-35-48,0 17 47,35 71 94,-17-18-157,17 0 1,0 1 0,-35-19-16,18 1 15,0 0 1,-1-18 0,-17 17-1,0 1 32,18-18-31,0 35-1,-1-35 17,-17 18-32,18-18 31,-18 18-16,0-54 64,0-17-64,-18 18 1,18 17-1,0-35 1,0 18 0,0 0 31,0 17-32,0-17 16,0 17-15,0 1 0,0-1-1,-106 18 282,54 0-281,-107 0-1,141 0 1</inkml:trace>
  <inkml:trace contextRef="#ctx0" brushRef="#br0" timeOffset="108487.36">9772 10195 0,'0'-17'250,"-18"-36"-219,18 35-15,-17-35-1,-1 36 1,18-1 93,0 0-93,0 1 0,-35-19 15,17-17-15,-17 18-1,17 0 1,1 17-1,-1-17 1,18 17 0,-18-17-1,1-18 1,-1 0 0,18 36-1,0-1-15,0 0 16,0 1-16,0-19 15,0-34 1,0-54 15,0 89 1,18-18-17,-1 18 1,-17 17-1,18-35 1,0 0 0,-1 18-1,-17 0-15,18 17 16,17-35 0,-17 36-16,-18-19 15,35-17 1,-17 18-1,17-18 1,0 18 0,18 0 15,-35-1-31,-18 19 16,35-1-16,-17 18 15,-1-35 1,19 17-16,-19 1 31,1-19-15,0 36-1,17-17 1,-18-1 0,1 0-1,0 1 1,17 17-1,0-18 17,-17 0-1,0 1 0,-1 17-31,18 0 31,-17-18-15,0 18 0,-1-17-1,1 17 1,0 0 0,17 0-1,-35-18 1,35 18-1,-17 0 1,-1-18 0,1 18-1,17 0 17,1 0-17,-1 0 1,18 0-1,-35 0 1,17 0 0,-18 0-1,1 0 1,0 0 0,-1 0-1,1 0-15,0 0 16,-1 0-1,1 0-15,0 0 16,-1 0 0,1 18-1,-1-18 17,1 0 14,0 0-30,-1 18 0,1-18 15,0 17-15,-1-17 15,1 0-16,-18 18 1,18-18 0,-1 17-1,1-17 32,-18 18-31,17-18-1,1 0 1,17 18 125,-17-18-110,-18 17 63,35-17 46,-17 18-108,0-18 14,-18 18-14,17-18 30,1 17-31,0 1-15,-18 0 15,17-18 32,-17 17-48,18 1 17,-18-1 1874,17 19-1875,-17 17-15,18-18-1,-18-17 1,18-1 0,-18 1-1,0 0 48,0 17-32,0-18-31,0 1 31,0 17 1,0-17 14,0 0-14,0-1-17,0 1 79,0 0-63,0 17 1,0-18-17,0 1 16,0 0-15,0-1 15,0 1-15,0 0 0,0-1-1,0 1 1,-18-18 312,0-53-297,1 18-15,-1-1-1,1-16 1,17 34 15,0 36 141,35 34-156,0 54-1,-17-88 1,-1 0-16,1 17 16,0 0-1,-18-17 1,17-54 203,1-52-204,0 53 1,-18 0 0,0 17 15,0 0 31,0-17-30,0 18-17,-18 17 63,-35 0-62,35 0-16,1 0 16,-36 0-1,35 0 1,1 0-1,-19 0-15,19 0 16,-19 0 0</inkml:trace>
  <inkml:trace contextRef="#ctx0" brushRef="#br0" timeOffset="111219.67">11395 9719 0,'0'35'125,"-18"18"-109,-17 71 15,0-36-15,17-53-1,18 18 1,-18-18-16,1-17 16,-1 17-1,0 1 1,18-19-16,-17 1 16,-1 17-1,0-17-15,1-18 16,-1 35-1,18 0 1,-35 1 0,17-1-1,18-18 17,-17 1-17,-1-53 141,-17-106-140,35 88 0,-18 0-1,18 35 1,0 1 15,0-1-15,0 71 171,18 53-155,-1-71-32,1-17 31,0 35-16,-18-36 1,52-17 406,72-53-391,-89 36-15,-17 17 15,-53-71 235,-18 18-251,17 53 1,1-17 0,17-1-1,1 0 1,-1 18-16,-17 0 62,-18 0-30,18 0-1,17 0-16,0 0 1,1 0 0</inkml:trace>
  <inkml:trace contextRef="#ctx0" brushRef="#br0" timeOffset="115358.83">12012 10583 0,'0'-17'141,"0"-72"-125,0 54-1,35-88 1,-17 87 0,-18 19-1,0-36 1,18 53-1,-18-18 1,0-17 0,17 35-1,-17-18 1,0 1 0,18 17 30,35-36-30,17 36 0,-17 0-1,-17 0 1,-19 0 46,1 71-30,-18-53-32,17 17 15,-17 35 17,0 1-1,0-53-16,0-1 17,0 1-17,0 0 32,-17-18 16,-124-124-32,88 89 0,53 17-15,35 53 124,89 124-108,-72-106-1,-52-88 63,18 0-63,-18 17-15,18 0-16,-18 1 15,0-1 1,0 0-1,0 1 1,17-1 0,-17 0 15,0 1 47,0-1-47,-35 18 1,17 0 77,1 0 0,-1 0-93,1 0 31</inkml:trace>
  <inkml:trace contextRef="#ctx0" brushRef="#br0" timeOffset="119293.1">13106 10231 0,'0'-18'94,"0"-17"31,-36-124-110,1 71 1,17 52 0,1-17-16,17 36 15,-53-160 1,35 142 0,-70-265 15,70 230-16,1-18 1,17-1 0,-18 1-1,18 0 1,0 35-16,0 18 16,0 0-16,-17-18 15,17-18 1,0 0-16,0 1 15,0-18 1,0 35-16,0-141 31,0 106 1,0-1-17,0-16 1,0 69-16,0 1 15,0 0-15,0 17 16,17 0-16,-17 1 16,18-18-1,-18-1 1,17 1-16,1-18 16,0-53-1,17 53 1,0 0-1,-35-35 1,53 18 0,-18-19-1,18 37 1,-35-37 15,35 36-15,-53 18-16,18 18 15,17-36 1,-17 35-16,17-35 16,-35 35-1,35-17-15,18-35 16,-18 34 0,1 1-1,-19 35 1,1-35-1,-1 35 1,19-18 15,-1 0 1,-17 1-32,-1 17 15,36 0 1,-35 0-16,17 0 15,36-18 1,-1 18 0,-34 0-1,-1 0 1,18 0 0,-18 0-16,0 0 15,36 0 1,-18 0-1,17 0 1,-17 0 0,-18 0-1,1 0-15,34 0 32,-17 0-17,-17 0 1,16 18-1,37-1 1,-19 19 0,-17-19-1,-18-17 1,1 18 0,-19-18-16,1 0 15,0 18-15,17-1 16,18 1-1,17 0 1,1-1 0,-1 1-1,19-1 1,-19-17 15,-35 18-15,36-18-1,-18 18 1,17 17 0,36 0-1,-53-17-15,-35 0 16,17-1-16,18-17 16,-35 18-16,-1 0 15,54 17 1,-36-18-1,0 1 1,18-18 0,-35 18-1,17-18 17,-35 17-17,36 1 16,-19-18-15,1 0-16,-1 0 16,36 18-1,-35-1 1,0-17 0,35 0-1,0 0 1,-1 18-1,1-18 1,-17 0 0,34 18 15,-52-18-31,-1 0 16,1 17-1,-36-52 188,-34-36-187,16 54 15,19 17-15,17-18-1,-18 18 1,0-18 15,1 18 1,-1 0-1,0 0 0,89 71 110,-36-36-126,-17-35-15,17 36 16,-17-19 0,-1-17-16,1 18 15,0-1 1,-1-17-1,-17 53 79,18-17-78,-18-19-16,0 1 31,0 0-15,-18-1-1,-17-17 1,0 0 0,0 0-1,-1 0 1,19 0-1,-1 0 1,0 0 0,1 0-1,-1-17 1,0-1 0,1-17-1,-1 17 1,18 0-16,-17 1 15,17-1 1,0-17 0,0 17-1,0 1 1,17-1 0,1 0-1,-18 1 1,17-1-1,-17 0 1,18 18 125,-18-17-94,0 34 31</inkml:trace>
  <inkml:trace contextRef="#ctx0" brushRef="#br0" timeOffset="121410.09">16563 7796 0,'0'-17'47,"0"52"78,-53 18-94,35-18-31,1-17 16,-19 35-1,1-18 1,18-17 0,-36 35-1,17 0 1,-17 17 0,18-17-1,0-18 1,17 1-1,1 34 1,-19-52 0,36-1-1,0 1-15,-53 17 32,18-17-17,0 0 1,0-1-1,17 1 1,0-18 0,1 17-1,-1-87 126,0-71-94,1 88-47,17 18 15,-18-54 1,18 72 0,0-1-1,0 53 126,18 107-110,-18-90-31,17 1 16,1 18-1,-18-18-15,0-36 0,0 1 16,0 0 0,35-71 156,-35 35-157,18 18 1,17-35-1,-17 17-15,17 1 16,-17-1 0,-18-17 124,-88-36-108,70 36-17,-17 35 1,17-18 15,0 18 63,1 0-63,-19 0 0,36 36 79,0-1-110</inkml:trace>
  <inkml:trace contextRef="#ctx0" brushRef="#br0" timeOffset="124646.57">15434 9578 0,'18'0'31,"-18"18"63,0 34-78,0-16-16,0 17 15,-36 35 1,19-53-16,17 0 15,0 18 1,0-35-16,-36 35 31,19-53 1,17 18-17,-18-1 1,1 1-1,17-1 1,-18 1 0,0 0-1,18-1 1,-17 1 0,17 0-1,-18 17 1,0-35-1,18 18 17,0-1 61,-17 1-77,17-1 0,0 1 15,-18-53 63,0-53-63,18 52 0,0 19-15,-17 87 156,17-17-141,0-35-31,0 35 31,0-36-15,0 1 15,17-36 188,1 1-204,0-19 1,-1 19 0,-17-1-1,18 1 1,0-1 31,-18 0-32,0-17 1,0 17 0,0-17-1,-18 35 48,18-18-32,-18 18 0,18 18 110,0 106-110,18-107-15,-18 18-1,0-17-15,0 0 16,0-1 0,0 19 31,18-89 218,-1 35-249,1 0-16,-18 1 15,18-1 1,-1-17 15,-17-36 32,-17 54-48,-19-54 1,19 54 0,-1-1-16</inkml:trace>
  <inkml:trace contextRef="#ctx0" brushRef="#br0" timeOffset="127602.98">15663 10495 0,'0'-18'109,"0"-34"-93,0-1-16,0 17 16,0-52-1,0 35-15,0 36 16,0-72-1,0 72-15,0-36 16,0 18 0,0 17-1,36-17 1,-36 17 0,0 0 15,17 1-16,1 17 1,0 0 15,-18-18-15,17 18 0,18 0-1,1 0 1,-1 0-1,-17 0 1,17 0 0,-17 18 31,-1-1-16,1-17-31,-1 0 15,1 18 1,0 0 0,-1-1-1,1-17 1,17 36 0,-17-19-1,0 1 1,17 0-1,-18 17 1,19-18 0,-19 36 15,19 18 0,-19-18-15,-17-18-1,0 0 1,0 1 0,0-19-1,0 1 1,0 0 15,-53-54 141,18-34-156,0 34-1,17 19 17,53 52 280,71 36-281,-53-36 1,-53-17 108,0-89-46,0 36-78,0-36-1,0 18 1,0 18-16,0 0 15,0-1 1,-35 36 250,0 36-251,17-36 1,0 17 0,1 1-1,-1 0 1</inkml:trace>
  <inkml:trace contextRef="#ctx0" brushRef="#br0" timeOffset="132330.54">17004 10248 0,'0'-17'141,"-18"-19"-126,1 1-15,17 17 16,-36-17 0,36 17-16,-17 1 15,17-1-15,-18-17 16,0 0-1,1-1 1,-19-34 0,19 17-1,-18 0 1,35 0 15,-18 0-15,18 35-16,-18 1 15,18-54 1,-17 36 0,17 17-16,-18-17 15,18 17-15,0 1 16,0-54 0,0 54-16,0-19 15,0-70 1,0 54-1,0-19 1,18 0 0,-1 36-1,1-18 1,-18 0 0,35 0 15,-17 18-16,-1 0-15,-17 17 32,0 1-17,18-1-15,0-17 16,-18-1 0,17 1-1,1 17 1,0-34-1,-1 16 1,1 19 0,0-36 15,17 35-31,-17-17 0,-18 17 16,35-17 15,-18 17-31,-17 1 0,18-1 31,17-17-15,1-1-1,-36 1 1,17 35 0,1-17-1,-18-1 1,35 18-1,-17-35 1,17-1 15,0 1 1,-17 35-17,0-18 1,17 1-1,0 17 17,-35-18-17,18 18 1,-1-18 0,1 18-1,0 0 16,-1 0-15,1-17 31,17 17-16,-17-18-15,0 18-1,35 0 17,-18 0-17,-18 0-15,19 0 16,-1 0 0,18 0-1,0 18 1,-36-18 15,1 0-15,0 17-1,17 19 17,0-36-17,1 17 1,-19 1-1,1-18 1,-1 0-16,1 18 31,17 17-15,-17-17 0,17-1-1,-35 1 1,36 0-1,-19-1 1,19 18 0,-36-17-1,35 0 17,-35-1-32,35 1 31,-17 0-16,-18-1 1,17 19 0,1-19-1,-18 1 1,18-1 0,-1 19-1,1-1 1,0 0-1,-18-17-15,17 0 16,1-1 0,-18 18-1,17-17 1,-17 0-16,36 35 31,-36-18-15,17-17-1,1 17 1,-18-17 31,0-1-31,18 1-1,-1 17 1,1-17-1,-18-1 1,18 1 15,-18 0 16,-71-71 156,-17-35-171,53 70-1,35 0-16,-18 18 17,0 0-17,1 0 48,-1 0-32,0-17 0,1 17-15,-1 0 15,0 0 16,1 0-31,17-18 15,-18 18-15,1 0 30,34 35 95,107 36-125,-71-36-1,-1 0 1,-34-17-16,0-18 16,-1 18-1,1-1 48,35 19-32,-35-36 0,-18-18 94,0-35-109,0 18-1,0-1 1,0 1 0,0 0-1,0 0 1,0 17 15,17 0-15,-17-17-1,18 17 17,-18 1-17,-71 34 220,-52 19-220,35-1 1,17-17 0,36 17-1,0-35 1,35 18-1</inkml:trace>
  <inkml:trace contextRef="#ctx0" brushRef="#br0" timeOffset="136648.54">18732 9278 0,'0'0'0,"18"0"78,0 0-63,-18 53 63,-53 123-62,18-87-16,-89 228 31,89-229-15,17 0 15,-17-17-15,35-18-1,-18 0 1,18-18 0,-17 0-1,17-17-15,0 0 16,-18-1 0,18 19 15,-18-1-16,18-18 17,0-87 61,0 35-77,-17-18 0,-36-53-1,18 18 1,17 35 0,18 70 109,18 36-94,-1-17-31,1-1 15,17 35 1,-35-34-16,35 17 16,1 0-1,-36-36 1,0 1 15,17-18 94,1 0-109,17-71-1,-17 54 1,-1-36 0,-17 35 15,18 0-15,-18 1 30,0-1-30,0-17 15,-53 17-15,18 1 0,0 17 15,17 0-16,0 0 1,-17 0 31,0 17-31,17-17-1,-17 18 1,17-18-1</inkml:trace>
  <inkml:trace contextRef="#ctx0" brushRef="#br0" timeOffset="139078.81">19173 10583 0,'-17'-53'63,"-1"0"-48,18 18-15,0 0 16,-35-71 0,35 18-1,0 17 1,0 36 15,0 17-15,18-17-1,-1 18 1,1-19 0,17 19-1,-17-1-15,-1 18 16,1 0 93,53 71-77,-36-19-1,0-34-16,-17-18 1,-18 35 0,17-35-16,-17 18 15,18 17 1,0 1 0,17-1-1,-17 0 1,-1-17-1,1-1 1,-18 19 15,0-19-15,18-17 0,-18 36-1,17-19-15,-17 1 31,-70-53 110,-19-36-125,72 71-1,-19-18 1,54 36 265,35 35-250,-18-18-15,-17-35-16,-18 18 16,18-18 140,17 0-140,-17-35 15,-1 17-16,-17 0-15,0 1 16,18-1 0,-1 0-16,-17 1 15,0-1 1,18 18-16,-18-18 31,-18 18 125,-123-17-140,71 17 0,-1 0-1,18 0 1,0 0 0,36 0-1</inkml:trace>
  <inkml:trace contextRef="#ctx0" brushRef="#br0" timeOffset="142236.32">1623 15081 0,'17'0'62,"36"0"-46,388-53-1,-35 18 1,53 0-16,105-18 16,-70 18-1,-18-18 1,0 35 0,-105 18-1,70 0 1,35 0-1,-70 0 1,-283 0 0,336 0-16,-353 0 15,88 0 1,-36 0-16,248 0 31,194 0 0,-300 0-15,-36 0 0,36 0-1,-35 0 1,-1 0 0,-87 0-16,-19 0 15,37 0-15,-107 0 16,247 0-1,-159-35-15,71 35 16,-159-18 0,36 18-16,52 0 15,71 0 1,18 0 15,70 0-15,-53 0-1,-70 0 1,52 0 0,-52-18-1,-106 1-15,-53 17 16,53 0-16,70-18 16,36 1-1,-106 17-15,88-36 16,-89 19-16,125 17 15,70-18 1,-106 18 0,70 0-1,-35 0 1,-17 0 15,35 0-15,-18 0-1,-140 0-15,34 0 16,142 0 0,-142 0-16,36 0 15,141-18 1,-177 18 0,177 0-1,-124 0 1,18 0-1,-88 0 1,-18 0-16,124 0 16,-53 0-1,-71 0 1,53 0-16,-17 0 31,-89 0-31,18 0 16,17 0-1,-34 0-15,17 0 16,52 0 0,-34 0-1,-18 0 1,0 0 0,17 0-1,1-17 1,-53 17-1,-1 0-15,-17-18 125</inkml:trace>
  <inkml:trace contextRef="#ctx0" brushRef="#br0" timeOffset="151751.28">27305 11112 0,'0'18'31,"18"0"-15,-1-1-16,-17 1 16,0 0-1,0-1 1,18-17-1,-18 18 1,35 17 0,-35-17-1,0 0-15,18-1 0,-1 1 16,1-18 109,123-141-109,-88 70-16,0 18 15,106-123 1,-106 105-1,-18 18 1,-17 53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26:56.0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20673 12012 0</inkml:trace>
  <inkml:trace contextRef="#ctx0" brushRef="#br0" timeOffset="3146.74">14746 7214 0,'-18'0'15,"1"0"1,-1 0 0,-17 36-1,-18-19 1,-18 36 0,36-18-1,18-17 1,-54 35-1,36 0 17,-36 0-17,36-18 1,-36 0 0,54-17-1,-1 0 1,-35-1-1,35-17 1,1 0 0,-1 0-1,1 0 1,-1-17 0,18-1 15,-18-35-16,18-17 1,0 34 0,0 1-1,0 17 1,36-17 0,-1 0 15,-18 35-16,1 0 32,17 17-31,36 36 0,-53-17 15,34 34-16,-52-35 1,18-17 0,17 17-1,-35-17 1,18-18 0,17 18-16,-35-1 15,53 1 1,-17-18-16,-19 18 15,36-18 1,-18 0 0,-17 0-1,17 0 1,1-18 0,-19 0-1,1-17 16,-1 0-15,-17 17 15</inkml:trace>
  <inkml:trace contextRef="#ctx0" brushRef="#br0" timeOffset="5156.17">13988 9913 0,'17'-176'187,"-17"-1"-156,0 124-31,18-88 16,-18 71 0,35-54 15,-17 71-16,-18 18-15,17 17 16,-17-17 0,18 35-1,0-18 1,-18 1 0,35 17 46,18 70-31,-18-52 1,-35 0-1,18-1-31,-18 1 15,0 52 1,0-52 0,-35 0-1,17 17 1,0-17 0,142-1 124,-1 54-109,-87-53-15,-36-1 15,0 18-15,0-17-16,0 0 16,0-1-1,0 1-15,-18 0 16,0-18-16,1 17 15,-107 19 1,1-19 0,34-17-1,19 0 1,17-17 0,53-1 30,-18 18 17,18 35 46</inkml:trace>
  <inkml:trace contextRef="#ctx0" brushRef="#br0" timeOffset="6862.27">14517 11218 0,'-18'53'79,"18"-35"-64,-17 0-15,-1 17 16,-35 53-1,35-53 1,-17 1 0,35 16-1,-18-52 1,1 0 0,-1 18 15,0 0-16,1-18 1,17 17 31,-18-17 15,-17-53-46,17 18 0,1 0-1,-1 0 1,18-1 0,0 19-1,-18-36 16,18 35 1,0 1-17,0-1 17,18 0-17,0 1 1,-1 17 46,19 0 1,-36 17-48,52 19 1,-34 16 0,17 1-1,-17-17 1,17-1 0,-17 18-1,0-36 1,-1-17-1,-17 18 1,18 0 0,17-18-1,18 0 1,-35 0 0,-1 0-1</inkml:trace>
  <inkml:trace contextRef="#ctx0" brushRef="#br0" timeOffset="11728.29">11112 7197 0,'0'17'157,"0"107"-126,0 17-16,0-35 1,0-53 0,0-36-16,18 1 15,-18 0 17,0-54 61,0-17-77,0 0 0,0 18-16,18-88 31,-18 87-31,17-34 15,-17-36 1,0 88-16,0-35 16,18 1-1,0 34 1,-18 0 0,17 18 30,19 124-14,-1-54-17,-17-17-15,17 0 16,18 53 15,-36-53-31,54 123 31,-36-123-15,-17-70 62,17-1-62,18-70-1,18-18 1,-54 53-16,-17 0 16,18-18-16,17-87 31,-35 140-15,18 18-1,-18 71 79,0-18-78,17 17-16,1 1 15,0-36-15,-1 18 16,-17 0-16,36 0 15,-1 17 1,0-34 0,18-36-1,18 0 1,-36 0 15,0 0-31,18-71 31,-35 36-15,-1-1-16,-17-16 31,0 34-15,0 0-16,0 1 16,-35-19-1,0 19 1,17 17-1,-17 0 1,0 17 0,-1 54-1,19 17 1,-1-53 0,18 18 15,0-17-16,0-19 17,35-17 15,18 0-32,18-17 1,-18-1-1,-18-35 1,-17 18 0,-18 17-16,17 36 93,19 35-77,34 0 0,54 17-1,-36-17 1,-35-35 0,-36-18 155,1-18-155</inkml:trace>
  <inkml:trace contextRef="#ctx0" brushRef="#br0" timeOffset="12239.26">12718 7549 0,'17'0'62,"-17"36"-46,36-1-16,69 53 16,-16-17-1,-37-36 1,-34-17-1,-18-54 110,0 1-109</inkml:trace>
  <inkml:trace contextRef="#ctx0" brushRef="#br0" timeOffset="12722.14">13053 7585 0,'0'35'31,"-36"71"0,-52 0-15,0 35 0,35-35-1,18-71-15,35-17 16,-18 34 0,1-34-1,17 0 141</inkml:trace>
  <inkml:trace contextRef="#ctx0" brushRef="#br0" timeOffset="15389.77">11994 11112 0,'0'18'47,"-17"247"-16,17-212-31,0 17 16,0 54 0,0-107-1,0 1 1,17-106 46,-17 0-46,0 17-16,0 0 16,-17-87-1,-1 87-15,1-52 16,-1 34 15,53 107 47,18 70-62,0-52-16,-35-19 16,70 89-1,-53-53-15,0 0 16,-17-18-16,17 36 15,-17-54 1,-18 1 15,35-89 32,-35 19-48,35-160 1,-17 0 0,0 124-16,-18 53 15,17-36-15,-17 54 16,18 69 31,0 90-32,35 16 1,0-70 0,-18-35-1,-18-35 1,19-18 0,-1 0 15,0 0-31,36-18 15,35-35 1,-53 18-16,-1 0 16,-16-89-1,-36 19 1,0 52 0,0 17-1,-18 36 1,0 0-1,-34 18 1,16 0-16,19 17 16,-54 71-1,36-36 1,17-34 0,18-19-16,0 36 31,18-18 0,17-35-15,36 0-1,-54-17 1,19-54 0,-19 54-1,-17-1-15,18 18 16,-18-18-16,70 18 47,-17 71-32,-17-53-15,17 17 16,-1 0 0,-34-35 15,0 0-16,-1 0 1,19-35 0,-36 17-16,0 1 15,17-1 1,-17 0-16,71 89 62,-18-18-46,35-18 0,-18-17-1,-34-18 1,-1-18 0,-17-53 30,-18 36-30,0 0-16,-18 0 16,-35 17-1,18 0-15,17 18 16,-70-17 0,70 17-1,-87 0 1,16 53-1,-16 52 1,87-16 0,-17-19-1,35 1 1,0-1 0,0-52 15,0 0-16,0-36 110,17 0-109,1 1 0,-18-1-1</inkml:trace>
  <inkml:trace contextRef="#ctx0" brushRef="#br0" timeOffset="17175.58">11395 9119 0,'0'18'15,"0"35"1,35 88-1,-17 18 1,17-36 0,-17-35-1,-1-35 1,-17-35 15,18-106 32,-18 0-48,0-18 1,-18 18 0,18-18-1,0 53 1,0-18-1,0 36 1,0 17 0,0 1-1,53 140 48,-35-52-48,35 70 1,17 35 0,-17-70-1,-35-88 1,-1-36 46,19-53-46,-19 19-16,-17-125 31,0 1-15,0 123 0,0 106 77,36 106-77,-1-89 0,53 106-1,-53-140-15,-17-19 16,0 19-1,-1-36 17,36-18-17,18-53 1,-18 19 0,-36-37 30,-17 72-30,18 17 15,0 17-15,-1 1-16,-17 0 16,35-1-1,-17 1 1</inkml:trace>
  <inkml:trace contextRef="#ctx0" brushRef="#br0" timeOffset="17460.03">12294 9454 0</inkml:trace>
  <inkml:trace contextRef="#ctx0" brushRef="#br0" timeOffset="18356.15">12435 9402 0,'0'105'15,"0"-210"-15,18 299 16,0-177-1,-18 1-15,0 17 16,17-35 15,1-18 47,17-34-62,-35 34-16,0 0 16,18-52-1,0 70-15,-18-18 32,17 18-17,-17 18 1,35 70-1,1-35 1,-19-36 0,-17 19-1,18-19 1,0-52 125,-1 17-110,-17 1-16</inkml:trace>
  <inkml:trace contextRef="#ctx0" brushRef="#br0" timeOffset="28635.23">15416 7532 0,'53'0'141,"-17"0"-125,16 0 15,19 0-16,-36 0 1</inkml:trace>
  <inkml:trace contextRef="#ctx0" brushRef="#br0" timeOffset="29669.61">15222 7779 0,'18'0'31,"0"-18"1,17 0-17,-17 1 1,-1-1-1,1 18 204,88 0-188,-18 0-15,18 0 0,-18 0-1,-70 18 1,-1-18 0</inkml:trace>
  <inkml:trace contextRef="#ctx0" brushRef="#br0" timeOffset="30338.6">15275 7638 0,'141'0'140,"71"0"-124,-106 0-1,-71 0 1,-17 0 0</inkml:trace>
  <inkml:trace contextRef="#ctx0" brushRef="#br0" timeOffset="31304.53">16157 7444 0,'141'0'140,"124"0"-108,-212 17-17,-18-17 1</inkml:trace>
  <inkml:trace contextRef="#ctx0" brushRef="#br0" timeOffset="32966.62">17057 7179 0,'0'18'109,"-18"87"-62,-17-69-32,17-1 1,1-17 0,-1-1-1,18 1 1,-18-18 0,1 0-1,-19 18-15,1-18 31,0 0-15,-18 0 0,18 0-1,-1-36 1,19 36 0,-19-35-1,19 17 16,-1 1-15,18-1 0,-17 18-16,17-18 15,0 1-15,0-1 16,0 1 0,0-1-1,17 18 1,18-18-1,-17 18 1,35 0 0,-18 0-1,36 0 1,-18 36 0,0 16-1,0-34 16,-36 0-31,1-1 16,0 1-16,-1-18 16,18 18-1,-35-1-15,18 1 16,0-18 0,17 35 46,18-17-31,-53 0-31,18-18 16,17 0 0,18-36 15,-18-34 0,-35 34-15,18 1-1,-18 0 1,0 17 0,0-35-1,0 36 1,0-1-16,-18 18 78,0 0-31,-35 0-32,1 0 1,16 0 0,19 18-1</inkml:trace>
  <inkml:trace contextRef="#ctx0" brushRef="#br0" timeOffset="34194.76">15311 9648 0,'17'0'109,"230"0"-78,-194 0-31,0 0 16,35 0 0,-53 0-1</inkml:trace>
  <inkml:trace contextRef="#ctx0" brushRef="#br0" timeOffset="34947.57">15381 9878 0,'71'0'109,"87"0"-93,-52 0-1,-18 0 1,-70 0 15</inkml:trace>
  <inkml:trace contextRef="#ctx0" brushRef="#br0" timeOffset="36587.53">16263 9543 0,'35'0'187,"177"17"-155,-106-17-1,-71 0 110,-17 0-126</inkml:trace>
  <inkml:trace contextRef="#ctx0" brushRef="#br0" timeOffset="37409.89">16563 9278 0,'0'18'47,"0"-1"-31,0 1 0,0 17-16,0-17 15,0 35-15,0 35 16,0-35-1,0 0 1,0-18 0,0 0-1,0-17 1,0 0 0,0-1-1,0 1 16,18-53 173</inkml:trace>
  <inkml:trace contextRef="#ctx0" brushRef="#br0" timeOffset="39210.41">17410 9031 0,'0'71'94,"-36"-18"-79,19-18-15,-1 0 16,0-17-16,18 17 15,-53 36 1,18-36-16,18-17 16,-36 70-1,17-53 1,19-17 0,-1-1 30,18 1-30,-18-18 0,-17-18 62,18-70-63,-1 35 1,0-17 0,18 34-1,0 1 1,0 17 62,36 18-15,-1 0-48,0 0 1,18 0-1,-35 0 1,-1 0 0,1 0-1,0 36 1,-1-19 0,18 1-16,-17 17 31,0-35-31,-1 18 0,1 0 31,0-1-15,-18 1-1,17-18 32,19 0 31,16-35-46,-16 17-1,-19-70 0,-17 70-31,0 0 16,0-35-1,0 1 1,0-1 0,0 35-1,0 0 1,0 1-16,0-1 31,-17 0-15,-1 1-1,0 17 48,1 0-16,-1 0 140</inkml:trace>
  <inkml:trace contextRef="#ctx0" brushRef="#br0" timeOffset="41802.33">15169 11289 0,'53'0'125,"212"0"-94,-53 0 1,-195 0-1,-17 18 125</inkml:trace>
  <inkml:trace contextRef="#ctx0" brushRef="#br0" timeOffset="42534.08">15099 11553 0,'70'0'93,"-34"0"-77,17 0-16,0 0 0,-1 0 0,125 0 31,52 0-15,-176 0 0</inkml:trace>
  <inkml:trace contextRef="#ctx0" brushRef="#br0" timeOffset="43236.52">16210 11324 0,'71'-17'125,"-18"17"-110,35 0 1,88 0 0,-70 0-1,0 0 1,-89 0 0</inkml:trace>
  <inkml:trace contextRef="#ctx0" brushRef="#br0" timeOffset="45114.33">17410 10883 0,'0'35'125,"-106"107"-94,53-54-15,-18-18 0,54-17-1,17-35 1,-18 0 0,0-18-1,18 17-15,-17 1 31,-1-18-15,18 17-16,-18-17 16,-17 0-1,0-17 17,17-36-17,1-18 1,-1 1 15,18 52-15,0-35-1,0 18 17,71 35 108,-36 35-124,53 36 31,-70-71-32,-18 17 1,17-17 0,-17 18-1,36-18 1,-19 35-1,18-17 1,-35 17 0,36-35-1,-36 18 1,17-18 0,-17 18-1,18-18 16,0 17 1,35-17-1,-18 0-15,-18-17-1,19-1 1,-19 0-1,1-17 1,0 17 0,-18-17-1,0 0-15,0-18 16,0 35 0,0-17-16,0-18 15,0 18 16,0 17 1,-18 18-17,0 0 79,-35-18-16,1 1-62,16 17-16,-34-18 31,52 18 0,0 0 1</inkml:trace>
  <inkml:trace contextRef="#ctx0" brushRef="#br1" timeOffset="53175.12">21096 7832 0,'-18'0'250,"-17"35"-234,0-17 15,17-1-15,1 1-1,-19-18 1,19 0 0,-1 0-16,-35 17 15,53 1 1,-17-18-16,-1 0 31,0 0-31,1 18 16,-19-1-1,1 1 1,0 0 0,17-1-1,-35 1 1,0 0 15,18-1-15,17 1-1,-17-18 1,17 18-16,18-1 16,-35-17-1,18 18 1,-1-1 15,-35 1-15,18 17-1,-18 1 1,0-19 0,18 19-1,-18-19 1,17 1-16,1 17 15,0-17 1,-18 17-16,35-35 16,-88 53-1,71-18 1,0-17 0,0 17-1,-1-17 16,19-1-31,-54 36 32,36-17-17,-18-1 1,18-17 0,35-1-16,-53 1 15,35 35 1,-35-36-1,18 19 1,0-19 0,-18 19-1,17-19 1,1 18 0,18-17-1,-1-18 16,0 18-15,1-1 0,-1-17-16,18 18 15,-18-18 1,1-53 281,17 0-282,0 18-15,0 0 16,0-18 0,0 35-16,17 0 15,-17 1 1,18 17-16,-18-18 31,0 1 16,0-1-16,18 18-15,-18-18 0,17 18 15,-17 71 203,0-1-218,0-52-1,0 0 1,0-1 0,0 19-1,0-19 1,0 18 0,0 1-1,0-19 32,0 19-31,0-19 15,0 1-15,0 0-1,-17-1 1,17 1 15,17-18 219,89-18-187,35 1-32,-106 17-31,-17 0 15,-36 0 439</inkml:trace>
  <inkml:trace contextRef="#ctx0" brushRef="#br1" timeOffset="57019.63">18997 10178 0,'-18'0'125,"1"0"-94,-36 17 16,-106 36-32,53-35 1,18 17 0,0 0-1,35-17 1,18 17-1,-18-17 1,18 0 0,-1 17-1,19-35-15,-1 0 16,-17 35 0,17-35-1,-17 18 1,17-1 15,-17 1-15,17-18-1,1 18-15,-1-1 32,-17 1-17,17 0 1,0-1-1,1-17 1,34-88 234,1-53-219,17 88 1,-35 124 139,-35 52-139,17-17-1,1-71 0,17-17 0,17-18 204,89 0-220,0 0 17,-88 0-17,-54 0 220</inkml:trace>
  <inkml:trace contextRef="#ctx0" brushRef="#br1" timeOffset="59829.45">17692 12012 0,'0'35'203,"0"1"-187,-18-1-1,1 18 1,17-36-16,-18 1 16,0 35-1,18 0 1,-17-18 0,-1 36 30,0-1-30,1-52-16,17 17 16,-18 1-1,0-1-15,18-18 16,0 36 0,-17-17-1,17-19-15,-18 36 31,0-18-15,18-17 0,0 17-1,0-17 1,0 17 0,-17-17-1,17 0 16,-18-18-31,18 17 32,-17 1-17,17-89 376,0-35-360,-18-35 0,18 106-15,0 123 218,0 0-202,0-35-17,0-17 1,0-19 15,88-34 235,-53 17-251,36-18 1,-36 0 0,-17 18-16,0-17 15,-18 34 251,-18 1-250,0 88-1,1-53 1,-1 17 15,0-34-15,18-19-1,0 36 1,-17-35-16,17 17 16,0 0-1,-18 1 1,18-1-16</inkml:trace>
  <inkml:trace contextRef="#ctx0" brushRef="#br2" timeOffset="88417.47">18821 11218 0,'17'-17'203,"1"17"-171,-18-18-17,18 18 1,-1 18 62,1 17-62,0-17-1,-1-1 1,-17 1 0,0 17 46,0-17-46,0 17-1,-17 0 1,17-17-16,-18-18 16,0 53-1,-17-35 1,17-1-1,18 1 1,0-1 0,-17 1-1,-1 0 1,18-1 0,-35-17-1,17 18 1,18 0 15,-18-18-31,1 17 16,17-52 234,17 0-219,1 35 63,0 0-79,-1 0 1,1 17 0,0 1 15,-18 0 16,35-1-32,-17-17 1,-1 0 15,1 0-15,0 0-1,17 0 1,-18 0 0,1 0-1</inkml:trace>
  <inkml:trace contextRef="#ctx0" brushRef="#br2" timeOffset="102287.19">18380 11218 0,'35'0'141,"-17"36"-125,-1-36-16,19 35 15,-1-17 1,-18-18-16,19 52 16,-19-52-1,1 18 1,-18 0-1,0-1 173,-18 19-141,-35 17-16,36-53-31,-1 17 16,18 18-1,-17 1 1,-1-19 0,18 1-1,-18 0 1</inkml:trace>
  <inkml:trace contextRef="#ctx0" brushRef="#br2" timeOffset="103254.43">18680 11465 0,'0'36'78,"0"-1"-46,-18 18-1,18-36-15,-18 1-1,18 0 1,-17-1-1,17 1 32,0 0-15,0-1-17,0 1 32,0-1-31</inkml:trace>
  <inkml:trace contextRef="#ctx0" brushRef="#br2" timeOffset="106089.38">17868 12841 0,'35'-70'110,"1"17"-95,-1 0 1,-17 17 0,-18 19-1,17 17 1,-17-18 0,18 1-1,0 17 48,-1 0-63,-17-18 15,18 18 1,-1 0 0,1 0-1,53 0 1,-36 0-1,-17 0 1,-1 0 31,1 53-16,0 0 0,-18-36-15,0 54 15,0-18-15,0-36 0,0 19-1,0-19 1,0 1-1,0 0-15,0 17 32,17-35-17,-17 18-15,0-1 16,0 1 0,0-1-1,0 1 32,-17-18 0,-19-18-31,19 1-1,-1-18 1,0 35-16,18-18 15,0-17 1,0-1 15,0 19 16,0-1-16,0 0-15,0 1 47,0-1 15,141 142 0,-105-89-63,17 0 17,-53-17-17,17-18 1,-17-35 78,0-1-47,18-17-32,-18 18 16,0 17 16,-18 18 16,1-17-48,-19 17 1,19 0-16,-1 0 16,0 0-1</inkml:trace>
  <inkml:trace contextRef="#ctx0" brushRef="#br2" timeOffset="107778.11">19068 11148 0,'0'35'78,"-36"-17"-47,1 17-15,17-17 0,-34-1-1,52 1-15,-18-18 16,-35 53-1,35-36 1,-35 1 0,36 35-1,-19-35 1,1 17 0,18-17-1,-19-1 1,1 18-1,17-17 17,1 0-32,-19 17 31,36-17-15</inkml:trace>
  <inkml:trace contextRef="#ctx0" brushRef="#br2" timeOffset="110877.05">19191 11395 0,'0'-18'172,"0"0"-157,0 1 1,0-1-1,0 1 17,0-1-1,18 18 0,-1 0 32,1 0-48,0 0 32,-1 0-16,1 0 1,-18 18-17,18-18 1,-18 52 0,17-52-1,-17 71 16,0-53-31,0 17 32,0-17-17,0-1 1,-17 1 0,-1-18-1,0 0 1,18 17-1,-17-17 1,52 0 297,88 0-282,-105 18 0,-18 0 0,18-1-31,-18 1 16,0 0 15,17 17-15,-17 0 31,0 0 0,0-17-16,-35 17 0,-36 1 0,71-19-15,-35-17 0,18 0-16,-1 0 15,-17 18 1,17-18 15,0 0 0,1 0 32,-19-35-32,19 17 0,17 0-15</inkml:trace>
  <inkml:trace contextRef="#ctx0" brushRef="#br2" timeOffset="145061.34">18486 9507 0,'0'-35'125,"0"-18"-94,52 18 16,-52 17-31,18 1 0,0 17-1,17 17 63,71 71-62,-89-35 0,1-17-1,0-19 1,-18 19 78,-18-36-79,0 17-15,-34 1 16,52-1-1,-18-17 1,18 18 0,0 0 77,-18-1-61,1-17-1,-1 0-15,18 18-1,-18-18 32,71 0 156,0 0-187,-35 0-1,-1 0 1,1 0-16,0 0 47,-1 0 0,1 35-16,-18-17-31,18-18 31,-1 18-15,-17-1 0,18-17-1,-18 18 1,0-1 31,0 1-32,0 17 1,0 1 0,0-1-1,0-17 1,-18-1-1,1 1 32,-1-18-31,0 18-16,-17-1 31,0-17-15,17 0-16,1 0 15,-19 0 1,19 0 47,-36-35-32,0 0 0,18 17 0</inkml:trace>
  <inkml:trace contextRef="#ctx0" brushRef="#br2" timeOffset="147334.51">17568 8731 0,'-17'18'125,"-19"17"-109,1 18-16,0-18 15,-18 1 1,18-19-1,35 1-15,-71 52 32,1 1-17,-1-18 1,-17 17 0,0 1-1,35 17 1,-18-17-1,36-36 1,0 18 0,17-35-16,0-1 15,1 1-15,-1-18 16,-17 53 0,17-53-16,18 17 15,-35 36 1,17-35-1,1 35 1,-19-18 15,19 18-15,-36 0 0,53-35-1,-18-1-15,18 1 16,-18-18-1</inkml:trace>
  <inkml:trace contextRef="#ctx0" brushRef="#br2" timeOffset="155695.16">18027 9454 0,'-18'36'63,"18"-19"-48,-17 1 1,-1 17 0,0-17-16,1 35 31,-19-36-16,19 1-15,-1 0 16,1 17 0,-1-35-1,18 35 1,-18-17 0,18 0 15,-17-18-16,52 0 173,88 17-172,-70 1-16,71 17 31,-89-35 0,-17 18-31</inkml:trace>
  <inkml:trace contextRef="#ctx0" brushRef="#br2" timeOffset="156993.4">17815 10019 0,'71'0'188,"17"0"-157,-53 0 0,-35 18-15,18-18 78,35 17-63,-18-17 0</inkml:trace>
  <inkml:trace contextRef="#ctx0" brushRef="#br2" timeOffset="173214.22">17604 6862 0,'-18'0'141,"0"0"-126,-35 0 1,-123 35-1,88 18 1,-36-18 0,36 18-1,-18-18 1,-17 36 0,-1-18-1,54 0 1,-18-1-1,52-34 1,-34 35 0,-36 18 15,53-18-15,-35-1-1,17 1 1,1-17-1,52-36 79</inkml:trace>
  <inkml:trace contextRef="#ctx0" brushRef="#br2" timeOffset="176409.85">20937 7179 0,'0'-18'110,"0"1"-79,0-1 0,0 0 1,18 1-1,0 17-16,17-18 32,0 18-31,-17 0-16,-1 0 31,-17 35 32,18 54-32,-18-54-15,0 0-1,18 0 1,-18 1-1,0-1 17,0-17-17,-18-1 17,-17 1-17,17-18 1,1 0-1,-1 0 126,71 0 15,-36 0-140,19 0 15,-1 35-15,-17 1-1,-18-19 1,0 18 0,17-17-1,-17 0 110,0-1-109,0 1 0,-17 17-1,-19-35 1,1 0-1,-18 18 1,36-18 0,-1 0-16,0 0 15,1 0 1,-19 0 0,19 0 15,-1-18-16,0 18 1,1-17 0,-1 17 15,1 0-15,-1 0-1,0-18 1,1 0-1,-1 1 1,0 17 62</inkml:trace>
  <inkml:trace contextRef="#ctx0" brushRef="#br2" timeOffset="178205.77">20126 7285 0,'18'0'156,"70"35"-141,-53 0 1,53 18 15,-35-35-15,-35-18 0,-1 0-16,-69 71 250,-1-19-235,0 1 1,35-35-1,-17 17 1,17-17 0,-17 17-1,0 0 1,17-17 0,0 0-1,18-1 1</inkml:trace>
  <inkml:trace contextRef="#ctx0" brushRef="#br2" timeOffset="179602.79">20532 7567 0,'-36'35'219,"36"-17"-204,-35 0 1,35 17-1,-35-17 1,17-1 31,18 1-31,-35-1-1,35 1 1,0 0-1,-18-18 1,1 35 31</inkml:trace>
  <inkml:trace contextRef="#ctx0" brushRef="#br2" timeOffset="200769.99">19967 12047 0,'-17'53'109,"17"-17"-93,0-19 0,0 1-1,0-1-15,-18 1 16,0 35-1,1 0 1,17-18 0,0 0-1,-18-17 1,18 0 0,-18 17-1,18-17 1,-17-1-1,17 1 17,0 17-1,0 1 0,-18-1 0,18-18-15,-18-17-16,18 18 16,0 0-1,-17 17 1,-1 0 0,-17 1-1,35-19-15,-35 1 16,17 35-1,0-36-15,1 19 16,-54 52 0,71-53 15,-35 0-15,17 1-1,18-1 1,0-17-1,0-1 32,-17 1-31,17-89 140,0-17-140,0 70-1,0 1 1,0-1-16,0 1 16,0-19-1,0 19 1,0-1 0,0 0-1,0-17 1,0 17-1,0 1 1,0-1 0,0 53 171,0 71-156,0-53 1,0 0-1,0-35-15,0-1-1,0 19 1,0-19-1,0-70 126,35-17-110,0 35 1,-17 17-17,-1 0 1,1 18-1,0 0 1,-18-17 0,17 17 15,1 0-15,-18-18-1,18 18 1,-1 0 15,1-18 0,-18-17 126,-53 0-126,35 17-16</inkml:trace>
  <inkml:trace contextRef="#ctx0" brushRef="#br2" timeOffset="-209580.44">21061 10989 0,'17'0'31,"1"-18"32,0 18-32,17-17 0,-17 17 0,-1 0-15,1 0 93,0 0-77,-1 0-17,-34 0 126,-19 0-126,-17 0 1,18 0 0,17 0-16,1 0 31,-1 0 141,1 17-141,-1-17-15,18 18-16,0 0 93,0 52-77,0-52 0,0 17-1,0-17 48,0-1-32,18-17 219,-1 0-234,1 0-1,-1 0 1,1 0 0,0 0 30,-1 0-30,1 0 0,-18 18-1,18-18 17,17 18-1,-35-1 0,18-17 0,-1 18 1,-17 0-17,0-1 1,0 1-1,18 17 1,-18-17 0,0-1 15,0 1-15,0 0-1,0-1 16,-18 1 1,1 0-17,-1-18 32,0 17-31,1 1-1,-19-18 1,19 0 0,-1 0-1,0 0 79,1 0-78,-1 0-16,1 0 15,-1 0 1,0 0 46,1 0 79</inkml:trace>
  <inkml:trace contextRef="#ctx0" brushRef="#br2" timeOffset="-193850.22">21184 10971 0,'-35'0'187,"0"0"-171,-18 0 0,35 0-1,1 0-15,-1 0 172,0 0-109,18 18 77,0 0-62,0 17-46,36-17-1,-36-1-15,0 1-1,0-1 32,0 1 0,0 0-16,35-18 266,0 0-281,-17 0-1,17 0 1,-17 0 62,-18 17-15,17-17-48,1 18 1,0 0-1,-18-1 17,17-17-17,-17 18 1,0 0 0,18-18-1,-18 17 32,0 1-16,17 0 1,1-1 14,-18 1-14,0-1 15,0 1-32,0 0 1,0-1 15,0 1 16,-35-18-16,0 0-15,-36 0-1,36 0 1,17 0 0,0 0 62,1 0-16,-18 0-15,17 0-16,0 0 1,1-18-17</inkml:trace>
  <inkml:trace contextRef="#ctx0" brushRef="#br2" timeOffset="-181666.11">21237 10954 0,'-17'0'234,"-1"0"-218,-17 0-1,17 0 1,0 0 0,1 0-1,-19 17 1,1-17-1,18 18-15,-1-18 32,0 0-1,-35 35 0,18-35-15,17 18-1,-17 0 1,18-1 0,-1-17-16,18 18 281,0 17-265,0-17-1,0-1 1,18-17-1,-18 18 1,0 0 0,35-18 156,18 0-157,-18 0 1,18 0-1,0 0 1,-36-18 0,1 18-1,0 0 32,17 0 0,-17 0-16,-1 0-15,1 18 31,-18-1-32,18-17-15,-1 0 16,-17 18 0,18 0 15,-18-1 0,0 1-15,17 0-1,-17-1 1,0 18 0,0-17-1,-17 17 1,-1-35 0,1 18-1,17 0-15,-18-18 16,18 17-1,-18-17 17,1 0-17,-19 0 32,19 0-31,-19 0-1,1 0 1,18 0 0,-1 0 124,0 0-93</inkml:trace>
  <inkml:trace contextRef="#ctx0" brushRef="#br2" timeOffset="-179515.1">21061 11201 0,'-53'-18'250,"18"18"-234,-1 0-1,19 0 1,-1 0 156,0 0-157,1-18 79,17 1-78,0-1-16,0-17 31,0 0-15,0 17-1,0 0 79,0 1-63,0-1 16,0 0-16,70 1 204,54-19-220,-54 36 1,-52 0 0,0-17 15,-1 17 16,-17-18-32,18 18 1,0 0 0,-1 0 15</inkml:trace>
  <inkml:trace contextRef="#ctx0" brushRef="#br2" timeOffset="-165522.83">20267 10266 0,'0'17'125,"18"1"-109,-18 17-1,0-17 1,0 0-16,0-1 16,0 19-1,-18-19 1,-17 1-1,-18-1 1,18-17 0,-1 0-1,19 18 1,-1-18 0,0 0-1,1 18 1,-1-1 46,18 1-46,-18 0 0,18 17-1,0-17 1,0 17-1,0-17 1,0-1 0,0 1-1,0-1 1,0 1 15,-52 0-15,-19-1-1,0 1 1,19-18 0,34 0-1,0 0 1,18 18 109,-70 123-94,34-88 0,36-36 1,0 1 61,0 17-77,0-17 0,0-1-1,0 1 1,0 17 15,0-17-15</inkml:trace>
  <inkml:trace contextRef="#ctx0" brushRef="#br2" timeOffset="-146535.17">19350 10072 0,'17'0'125,"36"0"-109,-17 0-16,-1 0 15,18 0 1,-18 0-1,-17 0 1,-36 0 187,-123 17-187,88-17-1,0 0 1,18 0 0,17 0-1,36 0 157,105 0-156,-34 0-1,-36 0 1,-36 0-16</inkml:trace>
  <inkml:trace contextRef="#ctx0" brushRef="#br2" timeOffset="-142686.78">19526 11060 0,'0'-18'141,"0"-53"-110,0 54-16,0-19 1,0 19 15,0-1 1,18 18-1,0-17-16,17-19 17,0 36-1,0-17 0,1 17-15,-19 0-1,1 0 1,0 0 0,17 0-1,0 0 1,0 0 15,-17 0-15,0-18 46,17-17-30,0-36-1,-17 18-16,-18 0 1,0-35 0,0 70-1,0 1 1,0-1-16,0 1 16,17 17-1,1-18 1,0 18-1,-1 0 32,1 0-15,0 0 14,17-35-14,-17 35 15</inkml:trace>
  <inkml:trace contextRef="#ctx0" brushRef="#br2" timeOffset="-136367.25">20426 10178 0,'0'-18'31,"-35"18"63,-1 18-78,19-1-16,-1-17 15,18 18-15,-18-18 16,18 18-1,-17-18 1,17 17-16,-18 1 31,18-1-15,0 19 0,-18-36 15,18 17-31,0 1 15,0 35 17,0-18-1,0-17-15,0-1-16,0 1 15,0 0 1,0-1-16,0 1 15,0 17 17,-17-35-17,-1 18 1,1 0 15,-19-18-15,-17 17-1,18-17-15,-18 0 16,-17 0 0,34 0-1,19 0 1,17 18 109,0 17-94,-18 0-31,18-17 16,0 53-1,0-54-15,0 19 16,-18-1 0,18-18-16,-17 1 31,17 0-15,-18-1-1,-35 1 48,18 0-32,0 17 0,17-35 0,18 18-15</inkml:trace>
  <inkml:trace contextRef="#ctx0" brushRef="#br2" timeOffset="-128482.16">19614 11571 0,'0'0'0,"0"53"16,0-35-1,0 17-15,0 0 16,18-17 0,0-18-16,-18 17 31,0 1-31,17-18 15,1 18 1,-18-1 0,35 1-1,-17-18 1,-18 18 0,35-1-1,-17 1 48,17-18-63</inkml:trace>
  <inkml:trace contextRef="#ctx0" brushRef="#br2" timeOffset="-125215.09">20373 12894 0,'0'-18'157,"0"-52"-126,0 52 0,0 1-15,35 17 15,18 17-15,-18-17-1,-17 18 1,0-18 46,-1-106-30,1-35-1,-18 123-16,0 1-15,0-1 16,18 18 0,-18-18-1,35 18 1,0 0 0,0 0-1,-17 0-15,0 0 16,-1 0-1,1 0 1,17 0-16,-17 0 16,-18-17-1,18-1 1,-18 0 0,0 1 15,17-1 31,1 18-46,-1 0 31,-17-18-32,18 18 1,-18-17 0,18 17-1,-1 0 1</inkml:trace>
  <inkml:trace contextRef="#ctx0" brushRef="#br2" timeOffset="-122116.89">21167 11959 0,'17'0'16,"-17"35"171,0-17-171,0 0 15,0-1 0,0 36-15,0-35-16,0 0 15,0-1 1,0 1 0,0-1 93,18 1-93,0 0-1,-1-1 1,1-17 93,-1-53-77,19 36-1,-19 17-16,36-35 95,36-1-95,-54-17 1,18 18 0,-36 35-1,1 0 1,0 0 62,52-18-47,18-17-15,-35 0 0,35-18-1,-52 35-15,-1-17 16,0 0-1,-17-1 1,-18 19 0,35 17 140,-35-35-140,18 35 30,17-36-14,-17 36-1</inkml:trace>
  <inkml:trace contextRef="#ctx0" brushRef="#br2" timeOffset="-102269.6">14023 11853 0,'18'0'47,"-1"0"0,124 0-16,-35 0 0,-35 0-15,-36 0-16,-17 0 16,35 0-1,-36 0 1,1 0 0,17 0-16,0 0 15,1 0 1,-19 0-16,54 0 15,-36 0 1,-105 18 172,-124 0-173,88-1 1,-35-17-1,70 18 1,53-18 0</inkml:trace>
  <inkml:trace contextRef="#ctx0" brushRef="#br2" timeOffset="-92197.67">2117 11659 0,'17'0'375,"1"0"-360,0 0-15,-1 0 16,18 0 0,1 0-1,-1 0 1,18 0 0,18 0-1,-19 0 1,1 0-1,36-17 1,-37 17-16,1-18 16,-17 18-16,-1 0 15,35 0 1,-34 0-16,-1 0 16,36 0 15,17 0-16,0 0 1,-17 0 0,-19 0-1,19 0 1,-18 0 0,0-18-1,-18 18-15,0 0 16,89-17-1,-71 17 1,17 0 0,-34 0-16,34 0 15,36 0 1,-35-18 0,-1 18-1,36-18 16,-18 18-15,0 0 0,18 0-1,-71-17-15,18 17 16,0 0-16,-35 0 16,52 0-1,-34 0 1,34 0-1,-17 0 1,35 0 0,36 0-1,-54 0 1,-52 0 0,0 0-16,-1 0 15,1 0 16,0 0 32,17 0-47,0 0-1,18 0 1,-35 0-1,-1 0 1,1 0 15,17 0-15,1 0 0,-1 0 15,-17 0-31,17 0 31,-18 0-15,1 0 62</inkml:trace>
  <inkml:trace contextRef="#ctx0" brushRef="#br0" timeOffset="-86150.96">2099 11659 0,'0'0'0,"0"-17"78,71 17 47,-1 17-109,89-17-1,0 0 1,-54 0 0,1 0-1,18 0 1,70 0-1,17 0 17,36 0-17,-88 0 1,0-17 0,0 17-1,-36 0 16,18 0-15,-35 0 0,-18 0-1,0 0 1,18 0 0,18 0-1,-89 0-15,36 0 16,-1 0-1,1 0-15,35 0 16,17 0 0,18-36-1,18 19 1,-36-1 0,-17 0 15,18 1-16,-36-1 1,-35 18-16,0 0 16,35 0-1,-35 0-15,-18-17 16,53 17 0,-70 0-16,52 0 15,-52 0 16,-71 0 173,-123 0-189,-71 0 1,-53 0-1,18 0 1,35 0 0,176 0-16,18 0 15,-176 17 1,158 1-16,-34-18 16,-319 35 15,177 0-16,53-17 1,-17 17 0,87-17-1,-17 0 1,-18-1 0,1-17-1,-19 18 1,107-18-16,-1 35 15,18-35-15,-88 18 32,-18-1-17,89 19-15,-36-19 16,-53 1 0,53 0-1,53-18 16,1 0-15,-1 0 0,-18 0-1,0 0 1,1 0 0,-1 0-1,36 0-15,17 0 16,1 0-1,-1 0-15,36 0 344,70 0-328,-53 0-1,53 0 1,-70 0-16,35 0 16,71 0-1,-54 0 1,36 0 0,0-18-1,0 0 1,35 1-1,17 17 1,-52-18-16,-18 18 16,54 0-1,-54-18 1,176 1 0,-70-1 15,-123 0-16,-36 18 1</inkml:trace>
  <inkml:trace contextRef="#ctx0" brushRef="#br0" timeOffset="-73351.09">8361 7514 0,'35'0'63,"36"18"-48,-36-18-15,35 0 16,1 0-16,-18 0 15,18 0-15,-1 0 16,54 0 0,-54 0-16,-17 0 15,0 0 1,-35 0 0,-1-18-1,18 1 32,1 17-31,17-18-1,-36 18 1,1 0-16,-18-35 78,-71 17-62,18-35-1,-35 0 1,35 35 0,36 18-1,-1-17 1,106 52 124,106 0-124,18 1 0,-89-36-1,-105 0 1,-18 17 31,0 72 0,-159 87-16,18-53 0,124-123 0,34 0 110</inkml:trace>
  <inkml:trace contextRef="#ctx0" brushRef="#br0" timeOffset="-71750.71">8784 9331 0,'106'18'125,"-18"-18"-109,0 0-16,18 0 16,194 0-1,70 0 1,-175 0 0,-37 0-1,-34 0 1,-54 0-1,-34 0 1,-54-53 125,-17 53-126,-18-53 1,-18 0 0,36 18-1,0-1 1,17 36 15,0 0 0,1 0 32,140 88 31,1-35-79,-1-17-15,-52-1 16,35 0-1,-71 1-15,-18-36 32,-17 17 30,-70 36-46,35-53-16,-54 71 31,-69 17-15,87-53-16,36-17 15,-53 17 1,88-17-16,-18-18 62,53-18-46,18 0 0</inkml:trace>
  <inkml:trace contextRef="#ctx0" brushRef="#br0" timeOffset="-49801.49">20391 12188 0,'17'36'250,"1"-1"-219,-1 18 0,-17-35 1,0-1-17,18-17-15,0 53 47,-1-35-31,1-1-1,-18 19 1,18-36 0,-1 53-1,1-36 1,-18 19 0,18-36-1,-18 17-15,17 1 16,-17 35 31,18-53-32,-18 17 1,17 19 0,1-1-1,-18-17 1,0-1-1,18 18 1,-1 1 15,-17-19-15,0 1 0,0 0-16,0-1 15,18 1 1,-18 0-16,18 17 47,-1-18-16,-17 1-15,0 0 15,0-1 47,36 1-47</inkml:trace>
  <inkml:trace contextRef="#ctx0" brushRef="#br0" timeOffset="-41024.21">20391 11112 0,'-18'0'157,"0"18"-142,-17-18-15,17 0 16,1 0-1,-1 0-15,0 18 16,-17-18 15,18 17-15,-1-17-16,0 18 31,1 0 0,-1-1 1,0-17-17,1 18 1,-1 0 0,18-1-16,-18 1 15,1 0-15,17-1 31,-18 1-15,0-1-16,18 1 16,0 17-1,0-17 1,0 17 0,0-17-1,0 0 1,0-1 15,0 18-15,0-17-16,0 0 31,0 17-15,0-17-16,0-1 15,0 1 1,18 17-1,-18-17 1,18-1 0,-18 1-1,17 0 1,1 17 0,0-17-1,-1-18 1,1 35 15,0-17 0,-1-18-15,19 17 0,-19-17-1,18 18 1,-17-18-16,0 0 15,35 0 1,-18 0 0,0 0-1,-17 0-15,17 0 32,-17 0-17,-1 0 1,1 0-16,-18-18 15,18 18 1,-1-17 0,1-19-1,0 19 1,-1-1 0,1 0-1,-18 1 1,17-1-1,-17-17 1,18 35-16,-18-18 16,0 1-16,18-1 15,-18 0 17,17 1-17,-17-54 16,0 36 1,0 0-17,0-1 1,0 19 0,0-36-1,-17 53-15,17-18 16,-18 0-1,18-17 1,-18 18-16,1 17 16,-1-36-1,-17 1 17,0 17-17,17 18 1,-17 0 15,-1 0-31,19 0 16,-36 0-1,35 0-15,1 0 16,-19 0 0,1 0-16,17 0 15,1 18 1,-1-18-1,-17 18 1,17-18 0,1 17-1,-1 1 1,-17 0 0,17-18-1,18 17-15,-35 1 47,17 17-31,0-35-16,18 18 15,-17-1 1,-1 1 0,1 17-1,-1-17 1,18 17-1,0-17 1,0 17 0,0-17-1,0-1 1,0 1 0,0 35 15,0-35-16,0-1-15,35 36 32,0-18-17,-17-35-15,0 36 16,17-1 0,-17-17-1,17-1 1,0 1 15,18 0-15,-18-18-1,-17 0 1,17 0-16,-17 0 16,35 0-1,-18 0 1,0 0 15,1 0-15,34-18-1,-17 18 1,-35-18 0,-1 18-1,1-17 1,0 17-16,-1-18 15,1 18 1,0-18-16,-1 1 16,1-1-1,0-17 1,-1-1 0,1 19-1,0-36 16,-18 35-15,0-17 0,0 17-16,0 1 15,0-19 1,17 19 0,-17-1-16,0 1 15,0-19 1,0 19-1,0-19 1,0 19 0,0-19-1,-35-16 1,35 16 0,-18 19-1,1-1-15,-1-17 16,-17-1 15,17 19-31,-17-1 31,-1-17-15,-16 17 0,16 1-1,-17-1 1,0 18-1,18 0 1,-18 0 0,-17 0-1,17 0 1,35 0-16,-17 0 31,17 18 0,1-1-15,-19 1 0,19-1-1,-19 19 1,19-19 15,-1 1-15,18 0-1,-18-1 1,18 1-16,0 0 31,-17 17-15,-1-35-16,18 18 16,0-1-1,0 36 32,-17-53-31,17 35-1,-18-35 1,18 36 0,0-19-1,0 1 1,0 0-1,0-1 17,0 1-17,0-1 1,0 1 0,0 0-1,0-1 1,18 19-1,-1-19 32,1 1-31,-1 0 0,36 17-1,-17-35 1,52 53-1,-35-36 1,0 1 0,0-18-1,-18 0 1,0 0 0,0 0-1,1 0 32,-19 0-31,1 0-16,0 0 31,17 0-15,0-18 15,-35 1-16,35-36 1,-17 18 0,0 17-1,-1 0 1,-17-17-16,18 35 16,-18-35-1,0 17 1,0-17-1,18 17 1,-18-52 0,0 17-1,0-18 1,0 36 0,-18-18-1,18 35-15,0 1 16,0-1-1,-18 18-15,18-18 16,-17 18 47</inkml:trace>
  <inkml:trace contextRef="#ctx0" brushRef="#br0" timeOffset="-24094.38">21237 10901 0,'-17'0'219,"-1"0"-188,-35 17 0,-18 1 0,19-18 1,16 18-17,19-18 1,-19 17 0,1-17 15,17 0-16,1 0 17,-1 18-17,18 70 267,0 0-251,0-70-16,0 0 17,18-36 280,35 0-296,-36 18-1,1-17 1,0 17 78,35 0-63,-36 17-15,18-17-1,-17 0 1,17 0 0,-35 18 46,36 0-31,-19-18-31,1 17 16,0-17 46,-1 36-30,-17-19-17,35 1 1,-35 0 0,0-1-1,18-17-15,-18 18 47,18-18-31,-18 17-1,0 1 157,-18 0-156,0-18-16,1 17 15,17 1 1,-18-18 0,1 0-1,-1 0 32,18 18-16,-35-1 1,17-17-32,0 0 15,1 18 1,-1-18 0,0 0-1,18 18 1,-35-18 62,18 0-31,-1 17-32,0-17 17,1 0-17,-1 0 1</inkml:trace>
  <inkml:trace contextRef="#ctx0" brushRef="#br0" timeOffset="-9366.01">19015 10178 0,'-18'0'125,"-35"0"-110,18 17 1,0 1 0,-1 0-1,-17-1 1,18 1-1,-18-18 1,18 17 0,-18 19-1,0-19 1,0-17 0,36 0-16,-19 18 15,-17 0 1,18-1-1,0-17 17,0 18-17,17-18 1,0 18 0,1-1-1,-1-17-15,0 0 16,1 0-1,-1 35 1,0-17-16,-17-18 16,0 18-1,0-18-15,-18 35 32,17-35-17,36-18 282,36-123-266,-19 106-31,-17 0 32,36-1-17,-36 19 63,17 17-62,-17-18 0,0 36 155,0 35-155,-53 53 0,18-36-1,0-17 1,35-35-16,-18 17 16,0-17-1,1-1 16,17 1 16,0 0 0,0-1-31,-18 1 15,18-1-15,0 1-1,0 0 48,88-18 62,-52-18-110,-1 18-15,106 0 16,-53 0 0,-35 0-1,0 0 1,-53-18 250,-35-123-235,17 124-31,-17-72 31,17 72 0,18-1-15,-17 18 0,17-17 15,0-1-16,-36 0 1,19 1 47,-1 17-1,0-18-31,1 0 16,-1 18-31,18-17-1,-18 17 1,1-18-16,-1 18 31,1 0-15,-1 0 0,-17 0 15,17 0 0,0 0 16,1 0-31,-1 0-1,0 0 32,18 35 62,0 1-93,0-1-16,0 0 31,0 0-15,0-17-16</inkml:trace>
  <inkml:trace contextRef="#ctx0" brushRef="#br0" timeOffset="-4669.91">18362 11994 0,'35'71'219,"1"-18"-188,-36-35-15,17 17 0,-17-18-16,36 19 15,-36-19 1,17 19-1,1-1 1,-1 0 0,-17 18-1,36 18 1,-1 17 0,-17-35-1,-1-18 1,-17-17-1,0-1-15,36 19 32,-19-19-32,1 36 15,17 0 1,-17 0 0,-1-18-1,1 1 1,0-1-1,-18-18 1,-18-69 125,0 16-126,-17 1 1,17 17 0,1-17-1,-1 17 1,1 1-16,-1-1 31,18 1-15,-35 17 15,17-18 0,0 0 63,1 18-78,-1 0 15,0 0 0,1 0 0,52 53 47,0 0-62,54 35 15,-72-52-15,1-36 15,-1 17 0,1-17-15,-18 18 0,18-18-1,-1-35 79,-17-1-78,18-17-1,17-88 1,-35 88 0,18 0-1,-18 1 1,0 34-1,0 0 17,-141 18 202,106 0-218,-18 0-1,0 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8T11:34:08.4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1164 4621 0,'53'0'109,"-18"18"-93,36-18 0,17 0-1,-35 0-15,0 0 16,0 0-1,-36 0-15,1 0 16,17 0 0,-17 0-1,0 0 1,-1 0 0,72 0 218,-1 0-218</inkml:trace>
  <inkml:trace contextRef="#ctx0" brushRef="#br0" timeOffset="25519.07">19579 7038 0,'18'0'172,"17"35"-157,0-17-15,1-1 16,-19-17 15,19 0-15,-19 0-16,1 0 47,-1 0-32,1 0 1,17 0-16,-17-17 16,53 17-1,-19-18 1,-34 1 0,0 17-1,-1 0 1,19 0-1,17 17 1,-36-17 0,1 0-1,17 35 1,0-17 0,-35 0-16,0-1 15,18-17 1,-18 18-1,0 0 32,35-54 31,-17 1-46,0 35-32,-1-18 0,36-17 31,0 35-15,0 0-1,0 0 1,0 0-1,35 35 1,-35-17 0,-18-18-16,1 0 15,52 0 1,-71 0-16,19 0 16,-19-18 15,19-17 0,-36 18-31,0-19 31,0 19-15,0-1 0,0 0 77,0 1-77,0-1 15</inkml:trace>
  <inkml:trace contextRef="#ctx0" brushRef="#br0" timeOffset="34288.87">22137 6862 0,'17'0'344,"36"35"-328,71 0 15,-54-17-15,-34-18-1,-19-36 126,1-16-110,0 16 0,-1 36 32,18 18-48,18 0 1,-35 17-16,-18-18 16,53 1-1,-53 0-15,18-1 16,-1 1 31,19-36 93,-19 1-124,1 17-16,-1-18 16,19 0-1,-19 18 1,1 0 0,17 18-1,1 0 1,16-1-1,-16-17 1,-1 0 15,0 0-15,-17 0-16,0 0 16,17 0-1,0 0-15,-17-17 0,52-19 31,-52 1-15,0 18 0,-1-1-1</inkml:trace>
  <inkml:trace contextRef="#ctx0" brushRef="#br0" timeOffset="48111.99">19826 4604 0,'53'0'282,"18"0"-267,-19 0-15,-16 0 16,87 0-1,-70 0 1,-35 0 0,-1 0-1,1 0 1,17 0 0,1 0-1,-1 0 1,0 17-1,0-17 1,1 18-16,17-18 31,-36 0-31,36 0 16,35 0 0,-17 0-1,0 0 1,-1 0-1,-17 0 1,-18 0 0,1 0-1,16 0 1,-34 0 0,0 0-16,17 0 31,-17 0-16,-1 0 1,1 0 0,0 0 15,17 0-15,-18 0-1,1 0 1,17 0-1,1 0 17,-19 18-17,1-18-15,17 0 16,-17 0 0,0 0-16,-1 17 15,36-17 1,-18 0-1,18 0 1,18 0 15,-36 0-15,18 0 0,18 0-1,-1 0 1,-52 0-1,-1 0 1,1 0 15,0 0-15,-1 0 0,1 0-1,35 0 16,-35 0-15,-1 0 0,1 0-1,-1 0-15,1 0 16,0 0-16,35 0 31,-36 0-15,1 0-16,-18-17 15,70 17 1,-17 0 0,0 0-1,-35 0-15,0 0 16,-1 0 15</inkml:trace>
  <inkml:trace contextRef="#ctx0" brushRef="#br0" timeOffset="51309.79">6138 15205 0,'-17'0'62,"-1"-18"-46,-88 0 15,53 1-15,18-1-1,-18 18 1,-35-17-1,35-1 1,35 18-16,-17 0 31,17 0-15,1 0-16,-1 0 16,1 0-1,-19 0-15,19 0 16,-19 18-1,36-1 1,-17 1 15,17-1-15,-18 1 0,18 17-1,0-17 1,0 0-16,0-1 15,0 1 1,0 0-16,0-1 31,0 18-15,0 1 0,0-1-1,18 0 1,-1 1-1,19-36 1,-19 52 0,1-52-1,0 0 1,-1 18 0,18 0-16,1-1 31,-1 1-16,-17 0 1,17-18 0,18 17-1,17 1 1,-34-18 0,17 0-1,-36 0 1,18 0-1,-35-18 1,18 1-16,0-36 31,-18 35-31,0-52 32,0 17-17,0 0 1,0-18-1,0 36 1,-18 17 0,18 1-1,-18-1 1,1-17 0,-18 17-1,17 18-15,-17-35 31,17 17-15,0 1 0,1 17-16,17-18 31,-18 18 16,0 0-32,1 18 1</inkml:trace>
  <inkml:trace contextRef="#ctx0" brushRef="#br0" timeOffset="56144.11">9278 14287 0,'0'-17'296,"-18"17"-280,1-18 0,-1 18-1,-17 0 1,17 0 0,1 0 15,-19 0 0,1 0 0,17 0-31,1 0 16,-1 0 0,0 0-1,18 18 1,-17-18 15,17 17-15,0 1-1,0 0 1,-18-18 0,18 17-1,0 1-15,0 0 31,-17-18-15,17 17 31,0 1-16,0 0 0,0-1-15,0 1 0,0 0 15,0-1-15,17 18 15,1-17-16,17 17 17,-17-17-1,-18 17-15,35-35-1,-17 0 1,-1 18-1,1-18 1,0 18 0,17-18-16,0 0 31,-17 0-15,17 0 15,-17 0-16,17 0 1,-17 0 15,-1 0-31,1 0 16,0-18-16,-1 18 16,1 0 15,-1-35-16,-17 17 1,18 0 0,-18-17-1,0 0 1,0 0 0,0 17-1,-18-35 1,1 35-1,17 1 1,0-1-16,0 0 16,-18 18-1,1-17 1,-1-1 31,-17 0-16,-1 1 0,19 17-15,-1 0-16,0 0 16,1 0 15</inkml:trace>
  <inkml:trace contextRef="#ctx0" brushRef="#br0" timeOffset="63125.06">16334 8978 0,'17'0'125,"19"0"-109,-1 0-16,0 0 16,18 0-1,53 0 1,-71 0-1,36 0 1,-18 0 0,-18 0-1,0 0 1,0 0 0,-17 0 15,0 0-16,-1 0 1,19 0 0,-19 0 31,1 0-32</inkml:trace>
  <inkml:trace contextRef="#ctx0" brushRef="#br0" timeOffset="71428.8">15293 9966 0,'0'0'15,"18"0"1,70 0 203,-53 0-188,-17 0-31,-1 0 31,1 0 0,35 0-15,0 0 0,-18 0-1,-70 0 173,17 0-173,-17 0 1,17 0 0,1 0-16,-1-18 15,0 18 1,1 0 0,-1-17-1,0-1 173,1 0-173,-1 18 1,53 0 218,18 18-218,-17 0 15,16-1-15,-52 1-1,18-18 1,0 0 62,-1 0-47,-17 18 63,0-1 31,0 19-94,-35-19-15,35 1 0,-18-1-1,1-17-15,17 18 16,-18 0 15,1-1-15</inkml:trace>
  <inkml:trace contextRef="#ctx0" brushRef="#br0" timeOffset="74609.24">16880 9948 0,'53'0'141,"-17"0"-126,-1 0 1,18 0 0,-36 0-1,19 0 1,-19 0-1,19 0 17,17 0-1,-36 0-31,1 0 16,-1 0-1,19 0 1,-19 0-1,1 0-15,17 0 16,18 0 0,-35 0-1,17 0 1,-17 0 15,17 0-15,-17 0-1,-1 0-15,1 0 16,0 0-16,17 0 31,-17 0 1,-1 0-1,18 0-16,-17 0 1,0 0 0,-1-17 93,19 17-78,-89 0 157,-106-18-173,88 18 1,54-18 0,-1 1 31,0-1 109,1-17-141,-1 35 64,71 17 124,0 19-172,-35-36-31,17 35 31,-17-35-15,-1 18 31,1-18-32,0 0 1,17 0 0,-18 0-1,-17 17 235,-35 19-234,-18-1-1,53-17 17,-35-1-1,35 1-15,0-1 30,0 1-14,-18 0-17,18-1 32,-17-17-31</inkml:trace>
  <inkml:trace contextRef="#ctx0" brushRef="#br0" timeOffset="91713.93">7461 13652 0</inkml:trace>
  <inkml:trace contextRef="#ctx0" brushRef="#br0" timeOffset="92263.21">7408 13652 0</inkml:trace>
  <inkml:trace contextRef="#ctx0" brushRef="#br0" timeOffset="103766.72">25700 7497 0,'-18'0'109,"-35"-18"-78,18 0-15,17 1-1,1 17-15,-1 0 16,-17 0 0,0 0-1,-18 35 32,53-17-16,-36 17-15,19-35 0,17 17-1,0 1 17,0 17-17,-18-17 1,18 17-1,0-17 1,0 17 0,0-17-16,0-1 15,0 19 1,0-19 0,18 1-16,-1 17 15,1 1 1,0 16-1,-1-16 1,1-1 0,17 18-1,-17-18 17,17-17-32,-35 17 15,71 0 1,-18-17-1,-1 0 1,-16-1 0,-1 1-1,36-18 1,-1 0 0,-52 0-1,17 0-15,18-18 16,-35 1-16,17 17 15,-17-53 1,17 35-16,-18 1 16,1-54-1,0 53 1,-18-35 15,17 0-15,-17 1-1,0-1 1,0 17 0,0-17-1,0 36 1,0-1-16,0 1 16,-17-19-1,-1 19 1,-17-36-1,0 17 1,-1 19 0,1-18-1,-36 17 1,54 0 15,-18 1-15,-1-1-1,19 18 1,-1-18-16,0 18 16,1 0-1,-1 0-15,-17 0 32,-18 0-17,35 18 1,1-18-1,-1 0 17,0 0-17,1 0 32,-1 0-31,0 18-1,-17-18 1,35 17-16,-18-17 31</inkml:trace>
  <inkml:trace contextRef="#ctx0" brushRef="#br0" timeOffset="104844.12">27111 7408 0,'0'-17'47,"-18"17"31,-17 0-63,-18 0-15,35 0 16,-17 0 0,18 0-1,-1 17 1,0-17-16,18 18 16,-17 17-1,17 1 1,-18 16-1,18-16 1,0-19 15,0 1-31,0 0 0,0-1 32,0 19-17,0-1 1,53 18-1,-35-18-15,17 0 16,35 1 0,-34-19-16,-1-17 0,-17 18 15,-1-18 17,1 0-1,0 0-16,-1-18 17,-17 1-17,0-1 17,18 18-1,-18-18-16,0 1 1</inkml:trace>
  <inkml:trace contextRef="#ctx0" brushRef="#br0" timeOffset="106043.5">27428 7567 0,'0'35'94,"0"36"-78,0-36-1,18 18 1,0-18-1,-1-17-15,-17-53 235,0-36-220,0 36 1,0 17-16,0 1 16,18-19-1,-18 1 1,0 17 0,18 1 15,-18-1-16,17 18 1,1-17 31,0-1-16,-1 18-31,1 0 94,-1 0 62</inkml:trace>
  <inkml:trace contextRef="#ctx0" brushRef="#br0" timeOffset="107718.02">28169 7444 0,'-17'-18'110,"-1"18"-64,0 0-30,-52 0 0,52 0-1,-17 18 1,17-18 15,1 17-15,17 1-1,-18-18 1,18 18-16,-18-18 16,1 35-1,-1 0 1,18 0 0,-18 1-1,18-19 1,0 19-1,0 16 1,0-16 0,0-19-1,18-17 1,0 0 15,-18 18-15,17-18-1,36 0 1,-17 0 0,16-18-1,-16 1 17,-36-1-17,17 18-15,-17-18 16,18 1-16,-18-1 15,0 1 1,0-1-16,0 0 16,0-17-1,0 0 1,0-1 0,0 1-1,0 0 1,0 17-1,0 1-15,18 70 172,35 70-140,-36-105-32,1 17 15,-1 18 1,1-36 15,-18 1 16,18-18 0,-1 35-32,-17-17 1,18-18 0,-18 18-1</inkml:trace>
  <inkml:trace contextRef="#ctx0" brushRef="#br1" timeOffset="126249.73">4163 15134 0,'17'-17'94,"1"-19"-63,-18-34 0,-18 34 1,18 19-17,-17-1 1,-1 18-1,0 0 1,18-18 0,-17 18-1,-18 0 1,-18 0 0,17 0-16,-17 0 15,1 0 1,34 0-16,0 0 15,1 0-15,-1 0 16,0 0 0,1 0-1,-1 0 17,-17 18-17,0 0 1,17-1-1,0-17 1,1 0-16,17 18 16,0 0-1,-36-18 1,36 17-16,-17 19 31,-19-19-15,36 1-1,-17-18-15,-1 35 16,18-17 0,0-1-1,-18 1 1,18 17 15,-17-17-15,17 17-1,0-17-15,0 17 16,17 0 0,-17 1-16,18-19 15,17 36 1,-17-35 0,17 0-1,-17-18 1,17 35-1,-17-35 1,0 0-16,17 0 16,-18 0-1,19 0 1,52-18 15,-70 18-15,34-35-1,-34 0 1,17-1 0,-17-17-1,0-17 1,17 17 0,-17-18-1,-1 1 1,-17 17-1,18 35-15,-18 1 16,0-36 0,0 35-1,0 0 17,-18 1 46,-17-1-63,35 1 1,-18 17 0</inkml:trace>
  <inkml:trace contextRef="#ctx0" brushRef="#br1" timeOffset="129374.85">5644 12435 0,'0'-17'203,"0"-1"-172,0-17 0,0 17 16,-17 1-15,-18-1-1,35 0-16,-18 1 1,0 17 0,1 0-1,-19 0 1,19 0 0,-1 0-1,-35 0 1,35 0-1,1 0 1,-18 0 0,17 0-1,0 0 32,1 0-16,-1 0 1,0 0-17,1 17 1,-1-17 15,0 0-15,18 18-16,0 0 31,-17-1-15,17 36 15,0-18 0,0 18-15,0 0-1,0 0 1,0-18 0,0 1-1,0-19 1,0 1-16,17 17 31,-17-17-15,0 17-1,18-17 1,0-1 0,-18 36-1,17-17 32,1-19-31,0 19-16,-18-19 15,35 18 1,0-17-16,0 0 31,-35-1-15,18-17 0,0 0-1,35 0 1,-18 0-1,0-17 1,1-19 0,-36 19-1,17 17-15,1-35 32,-1 17-32,-17 0 15,0-35 1,18 36-16,-18-1 15,35-70 1,-35 35 0,0 35-1,0-17 1,0 0 0,0-18-1,0 35 1,0 1-1,-17-1 1,-1-17 15,-17 17-15,35 0 0,-35 1-1,17-1 1,0 0-1,-17 18 1,17-17 0,1-1-1,-1 18 17</inkml:trace>
  <inkml:trace contextRef="#ctx0" brushRef="#br1" timeOffset="132221.92">7585 13441 0,'-18'-35'157,"-35"-1"-126,53 19-15,-17-1-1,17 0-15,-18 18 16,-17-17-1,-1-1 17,1 18-1,0 0-15,-1 0-16,-16 0 31,-1 0-16,35 18 17,0-18-1,18 17 0,-35 1-15,17 0-1,1-1 1,-1 1 0,18 0-1,-17-1 1,17 1 0,-18-18-16,0 17 31,18 1-16,0 0-15,0-1 16,0 19 0,0-19-1,0 19 1,0-1 15,0-18-15,0 1-1,0 0 1,0-1 0,0 19-1,18-36-15,0 17 16,-18 1 0,0 0-16,17-1 15,18 19 1,1-19-1,-36 1 1,35-18 0,-17 0 15,17 17 0,-17 1-15,17-18-1,0 0 1,36 0 0,-36 0-1,18-18 1,-35 1 0,52-1-1,-35-17 1,1 17-1,-36 1 1,17-1 0,1 18-1,0-35 1,-18 17 0,0-17 15,0 17-16,0 0-15,0-17 16,0-35 0,-36-1-1,1 36 1,35 17 0,-18 18 30,1-17 17</inkml:trace>
  <inkml:trace contextRef="#ctx0" brushRef="#br1" timeOffset="136660.1">25594 8273 0,'-53'35'141,"-88"88"-110,106-70-31,-106 71 32,52-54-17,1 1 1,18-1-1,17-34 1,0 34 0,-18-17-1,-17 18 1,-18 52 0,-70 18-1,105-70 1,18-18-1,-17 0-15,-1 0 16,-35 52 0,1 1-1,-1 18 1,35-18 15,-52 17-15,35 1-1,-1-1 1,-16 0 0,16 1-1,72-89-15,-54 53 16,18 1 0,18-54-16,17-17 15,-52 70 1,34-35-1,19-36 1,17 1 156,53-18-156,0-35-16</inkml:trace>
  <inkml:trace contextRef="#ctx0" brushRef="#br1" timeOffset="138267.84">25717 8290 0,'0'18'110,"0"70"-95,18 36 1,17-1-1,-17-17 1,-18 0 0,18-71-1,-18 18-15,0-18 16,0 18 0,0 0-16,0-18 0,17 159 31,-17-158-16,0 175 1,0-140 0,18 17-1,0 0 1,-18-17 0,0-1-1,17 36 1,1-18-1,-18-17 1,0-1-16,0-17 16,0 18-1,0-18-15,18 70 32,-1-52-17,-17-36 1,18-17-1</inkml:trace>
  <inkml:trace contextRef="#ctx0" brushRef="#br1" timeOffset="146621.85">25912 8326 0,'35'-18'156,"0"18"-140,36 0-16,17 0 15,212 0 1,-89 18 0,-17 34-1,-35-16 1,0 17 0,-18 17-1,0-17 1,-70-18-1,-1-17-15,124 53 16,-123-36 0,35 35-16,158 36 15,-193-88 1,105 70-16,124 36 31,-124-54-15,1 18-1,-36-17 1,-35-18 0,0 0-1,17 35 1,-88-35-16,18 0 16,0-18-16,0 18 15,18 0-15,-18 0 16,52 35-1,-52-53-15,-17 1 16,52 87 0,-35-70-1,-18 0 17,0 0-17,1-18 1,16 18-1,-16-18 1,-19 0 0,1-17-1,-18 17-15,18-35 16,-1 36 0,1-36-16</inkml:trace>
  <inkml:trace contextRef="#ctx0" brushRef="#br1" timeOffset="148532.26">25841 10283 0,'0'36'94,"18"-1"-79,-1 0 1,1 18-1,0-18 17,-18-17-17,17-18 1,-17 18 0,18-1 15,-18 1 0,17 0-15,-17-1 15,18 36 0,0-35-15,-18 35-1,35-18 1,-17-17 0,-18 17-1,17 0 17,1-17-17,-18 17-15,18-17 16,-1 17-1,1-17 17,-18-1 46,0 1-63</inkml:trace>
  <inkml:trace contextRef="#ctx0" brushRef="#br1" timeOffset="153199.22">23142 11060 0,'-17'-36'110,"-19"19"-95,-34-1 1,17 0 0,-18 1-1,1-1 1,17 18-1,18 0 1,17 0-16,-35 0 31,0 35 1,-35-17-1,53 17-16,-1-17 1,19-18 0,-1 35-1,0-17 1,1-1 0,17 1-1,-18 0-15,18-1 16,-18 19-1,18-19-15,0 19 32,0-1-17,0-17 1,0 17 15,18-18-15,-18 19-1,35 17 1,-17-18 15,0-17-15,-1-1-16,1 1 16,0-18-16,-1 17 15,54 19 32,-36-19-31,0-17-1,18 0 17,-17 0-32,16 0 31,-34 0-31,0-17 15,-1 17-15,1 0 16,17 0 0,-17 0-1,0-18-15,-1 0 16,1 1 0,-1-18-1,1 17 1,0-17-1,17-1 1,-35 1 0,35 0-1,-17 17 1,-18 1 15,0-1-15,0-17-1,18 17 1,-18-17 0,0 17-1,0 0 1,0 1 0,-18-1-1,-17 0 1,35 1-1,0-1 1,-18 18 15,-17-35 32,17 35-48,0 0 1,1 18 93</inkml:trace>
  <inkml:trace contextRef="#ctx0" brushRef="#br1" timeOffset="154076.1">21960 11977 0</inkml:trace>
  <inkml:trace contextRef="#ctx0" brushRef="#br1" timeOffset="155077">19720 10760 0,'-17'0'31,"17"35"16,0 36-15,0 87-1,0-122-16,0 16-15,0 1 16,0 18 0,0-18-1,0-18 1,0 0 0,-18-70 155</inkml:trace>
  <inkml:trace contextRef="#ctx0" brushRef="#br1" timeOffset="156268.51">19385 10813 0,'0'-18'47,"0"0"-31,35 18-1,1-17 1,-19 17 15,19 0-15,-19-18-1,1 18 1,0 0-16,17 0 31,18 0-15,17 18 0,-52-18-1,17 17 1,18 19-1,-53-19 1,35 19 0,-35-19-1,36 18 1,-36-17 0,0 0-1,0 17-15,17 0 16,-17 1-1,0-1-15,0 18 32,0-18-17,0-17 1,-17 17 0,17-17-1,-18-1 1,-17 1-1,-1 0 1,19-1-16,-18 1 16,-18-18-1,0 17 1,17 1-16,-34 0 31,17-18 0,35 0-15,1 0 0,34 0 156</inkml:trace>
  <inkml:trace contextRef="#ctx0" brushRef="#br1" timeOffset="157443.95">20302 11060 0,'-17'0'93,"-71"0"-61,70 17-32,18 1 31,0 17 0,0-17 0,0-1-15,0 1 0,0 17-1,0 1 1,35-19 0,-17 19-1,17-19 1,-17-17-1,-1 0 1,1 0-16,0 0 16,17 0-1,-17-17 1,-18-1-16,52 0 31,-52 1-31,18-1 16,0-17-1,-1 17 1,-17-17 0,0-1 15,0 1-15,0 0-1,-35 0 1,17 17-16,-17 0 15,0 1 1,17-1-16,-52 18 31,34 0-15,19 0 15,-1 0 0,18 18-15,-17 17 0,17-17-1,0-1 1,17-17 31</inkml:trace>
  <inkml:trace contextRef="#ctx0" brushRef="#br1" timeOffset="158910.91">20585 10548 0,'0'18'79,"0"282"-48,0-248-31,17 1 15,-17 36 1,18-19 0,-18-35-1,17-17-15,-17 0 16,0 17 0,0 0 15,0-70 78,0 0-93,0-36-1,0 1 1,0-36 0,0 35-1,0 36 1,0 17 0,18 18-16,35 0 62,53 36-31,-18 34 1,-35-35-1,-53-17-16,0 0 1,0-1-16,0 1 16,0 17-1,0 0-15,0 1 16,-35-1 0,-1-17-1,1-1 1,-35 1-1,17-18 1,17 0 0,19 0-1,-1 0 1,0-18 0,18 1 30,0-19 48</inkml:trace>
  <inkml:trace contextRef="#ctx0" brushRef="#br1" timeOffset="160193.19">20990 10918 0,'0'18'78,"0"158"-47,0-140 0,18-54 48,-18-105-64,0 52 1,0 18-1,0 18 1,18 17 0,-1 18-1,1 0 32,17 36-31,36-1-1,-36 0 1,0-35-16,-17 18 16,-1-18-1,1 0 1,0 0 0,17-18-1,-17 18 1,17-35-1,-35 0 1,0 17 0,0-17-1,0 17 1,0-17 15,-35 35 32,-18 35-48,53-17 1,-18 17 0,0 18-1,18 0 1,0 17-1,18 18 1,-18-70-16,18 17 16,17 18-1,-17-17-15,-1-19 16,1-17 0,17 18-1,-17-18 1,17 0-1,-17 0 1,17 0 0,-17-18-1,17-17 1,-35 0 0,18 17-1,-18 0-15,17 18 16,-17-17-1</inkml:trace>
  <inkml:trace contextRef="#ctx0" brushRef="#br1" timeOffset="160829.13">21678 10460 0,'0'53'109,"0"53"-93,0 35-1,35 17 1,-17-87 0,0 0-1,-18-54 1,17 1-1,-17-53 110</inkml:trace>
  <inkml:trace contextRef="#ctx0" brushRef="#br1" timeOffset="162178.9">21608 10883 0,'70'-35'94,"1"17"-79,17-17 1,-35 17 0,-18 1-16,18-1 31,-35 0-16,-1 1-15,1 17 16,17 0 0,-35-18-16,-35 36 203,-18 35-188,35-18 1,18 18 0,-17 0-1,17 17 1,0 19 31,0-72-32,35-34 64,0-54-64,1 18 1,-19 0-1,1-17 1,-18 52 0,0 0-1,18 36 95,34 53-95,-16-19 1,-19-34 0,1 0-1</inkml:trace>
  <inkml:trace contextRef="#ctx0" brushRef="#br1" timeOffset="167481.85">26335 11007 0,'-18'0'125,"-35"-18"-110,36 18-15,-54 0 16,18 0 0,0 0-16,-123 71 31,105-1-16,54-52-15,-1-18 16,18 35-16,-18 0 16,1-17-16,-1 0 15,0 17 1,18-17-16,-17 17 16,-1 18-1,18-18 1,0 0-1,0 1 1,0-1 0,0-18-1,18 36 1,17-35 0,-35 0-16,35-1 31,1 19-31,-1-36 15,53 35 1,-35-18-16,0-17 16,106 18-1,-89-18 1,36 0 0,-53-18-1,-18-17 1,1-53-1,-19 17 1,-17-34 0,0 34-1,0 53 1,0-17-16,0 0 31,0 17-31,0 1 16,0-36-1,0 0 1,-17 0 0,-1 0-1,-17 18 1,17 17-16,18-17 16,-53-1-1,18 1 1,17 18-1,18-1 1,-17 18 0,-1 0 15,0 0 0,1 0-15,-1 0-1,-17 18 1,17-18 0,0 0-1</inkml:trace>
  <inkml:trace contextRef="#ctx0" brushRef="#br1" timeOffset="181617.98">21555 12471 0</inkml:trace>
  <inkml:trace contextRef="#ctx0" brushRef="#br1" timeOffset="183719.92">26617 10548 0,'-18'53'78,"18"18"-62,-17-1 0,17 54-1,17 87 1,36-87-1,-35-107 1,-18 1-16,18 0 16,-18-36 62,0-70-63,0 0 1,-36-18 0,1 18-1,17-18 1,1 18 0,-1-1-1,18 54-15,0 0 16,0 17-1,0 0 1,0 1 15,35-1-15,-17 1 0,53 17 15,-18 0-16,-36 0 1,1 0-16,-18 17 16,17 1-16,1 35 15,0-18 1,-18 0 0,0 1-16,0-1 31,-36 18-16,19-53 1,-1 0 0,1 17-1,-1-17 1</inkml:trace>
  <inkml:trace contextRef="#ctx0" brushRef="#br1" timeOffset="184236.13">26952 10777 0,'0'0'16,"0"36"0,0-19-1,0 1-15,18 17 16,-18 0 0,17-17-16,1 35 31,-18-18-16,18-17 1</inkml:trace>
  <inkml:trace contextRef="#ctx0" brushRef="#br1" timeOffset="184610.34">26811 10530 0</inkml:trace>
  <inkml:trace contextRef="#ctx0" brushRef="#br1" timeOffset="186059.49">27164 10777 0,'0'36'47,"0"-1"-31,0 18-1,18-18 1,-18 0 0,35 54-1,-35-54 1,0-18-1,0-69 95,0-19-95,-18 18-15,1 18 16,-1 0 0,0-18-1,1 0 1,17 35 0,0 0-1,17 18 16,1 0-15,17 0 0,53 71-1,-52 17 1,-1-53 0,0 1 15,-35-72 94,0-34-110,0 17 1,0 35 0,0 1-1,18 17 1,-1 0 0,19 0 15,-19 0-31,1 0 15,0 0 1,-1 17 0,19 72-1,16-37 1,-34 1 0,0-35-1,-18-53 126,0-1-141</inkml:trace>
  <inkml:trace contextRef="#ctx0" brushRef="#br1" timeOffset="186784.04">27711 10795 0,'17'35'31,"19"18"-15,-1-18 0,-35 1-1,0-89 95,0 18-95,0-107 1,0 107 15,0 18-31,35-1 31,0 36-15,18 17 0,18 35-1,-53-34 1,-1-19 0,-17 1-1,18 0 1,-1 17-1,-17-53 64,18 1-64</inkml:trace>
  <inkml:trace contextRef="#ctx0" brushRef="#br1" timeOffset="187125.79">28187 10777 0,'18'0'47,"-1"53"-32,-17-17 1,18-19 15,-36-70 32,1 36-48</inkml:trace>
  <inkml:trace contextRef="#ctx0" brushRef="#br1" timeOffset="187340.34">28046 10583 0,'35'0'93,"0"18"-77,18-18-16</inkml:trace>
  <inkml:trace contextRef="#ctx0" brushRef="#br1" timeOffset="188434.95">28346 10601 0,'-18'53'109,"18"-35"-93,-18 52-1,1-17 1,17-35-16,0 17 16,0 0-1,17-17 1,-17-1-1,36-17 1,-1 0 0,0 0-1,1 0 1,-19 0 0,1-35 15,-18 18-31,17-19 15,-17 19 1,0-19-16,0-17 31,0 1-15,-17 52 0,17-18-1,0 71 48,17 17-48,1-34-15,0-19 16,-18 1 15,17-18 0,19 0-15,-1-53 0,-17 18-1,-18-1 1,0-16 0,17 52 30,54 123-14,-1-52 15</inkml:trace>
  <inkml:trace contextRef="#ctx0" brushRef="#br1" timeOffset="190002.71">31097 10636 0,'0'-17'78,"-194"-36"-46,-53 53-1,124 0-15,105 0-1,-35 17 16,36 1-15,-36 17 0,35 1-1,-35-1 1,53 0 0,-17 0-1,-1 1 1,18-19-16,-18 1 15,18 0 1,0 17-16,0 18 16,0-18-1,0 88 1,0-87 0,18-1 15,0 0-16,-18 1 1,35-1 0,-35-17-16,18-1 15,17 1 1,53-18 0,-17 0-1,-1 0-15,-17 0 16,70 0-1,-34 0-15,-36 0 16,-18 0-16,35 0 16,-52-18-1,53-17 1,-36 0 0,-17-18 15,34-71-16,1 71 1,-53 0-16,18 36 16,-18-19-16,0 1 15,0 18-15,18-19 16,-18 1-16,0 17 16,0-70-1,0 53 1,-18 0-1,0 35 1,1-36 0,-36 19 15,18-1 0,-1 18-31,19 0 16,-36 0-1,35 0-15,0 0 16,1 0-16,-36 0 31,35 0-15,1 0 0,-1 0 15,0 18 47</inkml:trace>
  <inkml:trace contextRef="#ctx0" brushRef="#br1" timeOffset="193998.18">31909 10513 0,'0'17'78,"0"371"-47,0-264-31,53 158 31,-36-123 0,-17-177 48,-53-282-64,18 230 1,-35-107 15,52 125-31,-17-160 31,-1 18 1,36 159-32,0-18 31,36 53 63,281 194-63,-282-177 0,-35 1 0,0 53 1,-123 52-1,88-88-31,17-35 15,-17 36 1,17-36 0</inkml:trace>
  <inkml:trace contextRef="#ctx0" brushRef="#br1" timeOffset="194844.89">32385 11060 0,'35'-36'109,"-35"1"-78,0 0-15,0 17 0,0 0-1,0 1 32,0-1-16,0 1-15,-17 17 0,-1 0 15,-17 0-15,-18 70 30,35-35-30,18 1-16,0 17 31,0-1-15,0-34 0,0 17-1,0-17 16,18 0-15,-1-18 0,36 0-1,-17 0 17,-19-18-1,1 0-31,0 18 0,-1-35 15,1 0-15,52-71 32</inkml:trace>
  <inkml:trace contextRef="#ctx0" brushRef="#br1" timeOffset="195262.92">32632 10530 0,'0'18'15,"0"70"16,18 36-15,34-18 0,-34-36-1,0 1 1,-1-36 0,1-35-16,-18 18 15,0-1 1,0 1-16</inkml:trace>
  <inkml:trace contextRef="#ctx0" brushRef="#br1" timeOffset="196046.79">32614 11060 0,'0'-18'109,"71"-70"-93,-54 88-16,19-36 15,70-52 1,-89 71 0,19-19-1,-36 19 1,0-1 0,0 0-16,0-34 31,-18 69 78,-35 107-78,53-107-15,-18 54 0,18-36-16,0 18 15,0-35 1,0-1 15,18-17 0,35 0-15,-18 0 0,0-17-1,-17-19 1,0-34 0,-1-18 15</inkml:trace>
  <inkml:trace contextRef="#ctx0" brushRef="#br1" timeOffset="196659.72">33020 10636 0,'-18'36'31,"36"-72"-31,-36 107 16,18-54 0,0 19-16,0-19 31,0 19-16,0-19 1,18 1 0,17 0-1,-17-18 1,17 0 0,-17 35 62,-18 0-47,0-17 0,0-1 0,0-52 48</inkml:trace>
  <inkml:trace contextRef="#ctx0" brushRef="#br1" timeOffset="197518.95">33179 10495 0,'0'53'32,"0"18"-17,35-18 1,0 17-1,1 36 1,-36-53 0,17 0-1,-34-53 63,-54 0-62,36 0 0,-1 0-1,19 0 1,17-18 0,0 0-1,0-17 1,0 0-1,0 17 1,17-17 0,36-18-1,-17 35 1,34 1 0,-35 17-1,-17 0 16,0 0-15,-1 0 0,19 53-1,-1 0 1</inkml:trace>
  <inkml:trace contextRef="#ctx0" brushRef="#br1" timeOffset="197800.97">33373 10619 0</inkml:trace>
  <inkml:trace contextRef="#ctx0" brushRef="#br1" timeOffset="198325.15">33408 10336 0,'0'53'125,"0"18"-94</inkml:trace>
  <inkml:trace contextRef="#ctx0" brushRef="#br1" timeOffset="203030.33">28434 7373 0,'0'35'62,"35"54"-46,-17-19-1,17-17 1,-35-18 0,0 18-1,18 0 1,-1-18 0,1-17-1,-18 0 1,0-36 218</inkml:trace>
  <inkml:trace contextRef="#ctx0" brushRef="#br1" timeOffset="204113.8">28399 7338 0</inkml:trace>
  <inkml:trace contextRef="#ctx0" brushRef="#br1" timeOffset="205050.28">28928 7461 0,'0'0'0,"-18"36"16,0-19-1,1 36 1,17-18 0,-18 1-1,18-19 1,0 19 0,35 34 30,-17-52-30,-18-1 0,35-17-1,1 0 1,-19 0 0,1 0-16,0-17 31,-18-19-16,0-16 17,0 16-17,0 1 1,-36-36 0,19 19 15,-19 34-31,19 0 0,-1 18 31,0-17-15,1 17-16,-54 0 31,36 0-15,-18 0-1</inkml:trace>
  <inkml:trace contextRef="#ctx0" brushRef="#br1" timeOffset="205892.09">28963 7338 0,'35'-18'31,"1"18"32,-1 53-48,0-35 1,18 17-1,-35-17-15,-1 17 16,54 18 0,-36-36-1,0 1 17,-35 0-1,18-18-16,-18-71 64,0 1-64,0 34 1,-18-34-1,1 17 1,17 35 0,0 1 62,17 17-47,1 0-15,53 17-1,17 1 1</inkml:trace>
  <inkml:trace contextRef="#ctx0" brushRef="#br1" timeOffset="206845.14">29810 7214 0,'-53'0'16,"106"0"-16,-159 0 15,88 0-15,-17 0 16,0 0 0,17 0-16,0 18 15,18 17 1,0 18 0,0 0-1,0-18 16,0 1-15,0-1 0,0-17-1,18-18 1,-18 17 0,35-17 30,-17-53-30,0 36 0,-18-36-1,0 17 1,0 19 31,0-1-32,17 18 17,1 0-1,52 88-15,-34-17-1,34 17 1,-52-53-1,0-17 17,-18-53 46,0 17-63,0 0 1</inkml:trace>
  <inkml:trace contextRef="#ctx0" brushRef="#br1" timeOffset="211329.82">30815 10672 0,'0'-36'47,"-35"36"31,0 0-62,-18 0 0,0 0-1,0 0 1,-35 0 0,52 0-1,19 0 1,-36 0-1,35 0-15,-35 18 32,18 0-17,17-1 1,1 18 0,-1-17-16,0 0 15,1-1 1,-1 19-1,18-19 1,-18 19 0,18-1-16,-17 18 15,17-18 1,0 36 15,0-1 0,17-52-15,-17 35 0,18-18-1,17 0 1,-35 1-16,36-1 16,-1-18-1,0 19-15,18-19 16,-18 19-16,1-19 15,52 1 1,-53 0-16,0-1 16,1 1-1,-1-18 1,18 0 0,53 0 30,-53 0-30,0 0 0,0 0-1,-18 0 1,-18 0 0,1 0-1,0-18 1,-1 1-1,1-19 1,0 19 0,-18-19-1,0 1 1,0-35 15,0 52-31,0-17 0,0-18 31,0 17-31,0 1 16,0 17-16,0-17 16,0 0-1,0 0 1,-18 17 0,18-17-1,-18 17 1,18 0-1,-35-17 1,17 0 0,-17 17-1,35 1 1,-17 17-16,-1-18 16,18 0-16,-18 1 31,1 17-31,-1 0 15,-35-36 1,-18 36 0,36 0-1,18 0 1,-1 0 0,0 0-1,1 0 1,-1 0-16,0 0 15,-17 18 1,17 0 0,1-1-16,-18 19 15,17-36-15,-17 53 16,-1-1 0,36-16-1,-17-1 16,17 18-15,0 0 0,0 0-1,0-18 1,0-17-16,17-1 16,1 19-1,0-36-15,-1 17 16,1 19-1,0-19 1,-1 1 0,1-18-1,-1 0-15,1 0 0,35 35 16,-18-17 0,1-1 15,16-17-16,-34 0 1,17 0 0,18 0-1,-35 18 1,0-18 0,17 0-16,-17 0 15,34 0 1,-34-18-1,-18-17 1,18 35 0,-18-53-1,0 18 1,17-18 0,-17 18 15,0-1-16,0 19-15,0-19 16,0 19 0,0-18-16,0 17 15,0-53 1,-17 18 0,-1 36-1,0-1 1,18 1 15,-17-1-15,-1 18-1,18-18 1,-17 18 0,-1 0-16,0 0 15,-35-17 16,18 17-15,0 0 0,17 0-1,-17 0 1,17 0 0,1 17-1,-1 19 1,0-19-1,1 1 1,17-1-16,0 36 31,0-35-15,0 17-16,0-17 16,0 35-1,0-36 16,0 19-15,0-1 0,0 0 15,0-17-15,0 17 15,0 1-16,0-19-15,0 1 32,17-1-17,1 1 1,17 0 0,18-1-1,-18-17 16,1 18-31,17-18 32,17 0-17,-52 0 1,-1 0 0,1 0-16,0-35 31,-18-18-16,0 0 1,0 18 0,-53-18-1,18-18 1,-18 18 0,35 0-1,0 53 1,1-17 15,17-1-31,-18 0 31,0 18-15,1 0 0,-19 0-1,1 18 1,-18 17-1,53-17-15,-17 0 16,-1-1 0,0 36-1,18-18 1,0 1 0,0-1-1,0 0 16,18-35-15,0 0 0,35 18-1,17-18 1,-35 0 0,-17 0-1,-18-35 1,0-18-1,0 17 1,0 19 0,0-1-1</inkml:trace>
  <inkml:trace contextRef="#ctx0" brushRef="#br1" timeOffset="214284.81">14093 7020 0,'0'-17'31,"71"17"141,52 0-157,19 0 1,-19 0 0,-35 0-16,-35 0 15,53 0 1,194 0 15,-159 0-31,-35 0 31,0 0-15,-53 0 0,-36 17-16,18-17 15,1 0-15,17 0 16,105 0 0,19 0-1,17 0-15,-106 0 16,124 18-1,-142-18-15,-34 0 16,87 18 0,-88-18-1,18 0 1,0 0-16,35 0 0,53 0 16,142 0 30,-230 0-30,-18 0 0,0 0-1,-17 0-15,-1 0 16,1 0-16,17 0 16,36 0-1,-36-18-15,-17 18 31</inkml:trace>
  <inkml:trace contextRef="#ctx0" brushRef="#br1" timeOffset="-200499.72">5874 15363 0,'0'-17'94,"53"-18"-78,0-1-1,-36 1 1,18 0-1,1-1 1,-19 1 0,36-18-1,-35 18 1,17-18 0,18-18-1,-35 36 16,35-18-15,-36 36 0,1-19-16,0 19 15,-1-19 1,19 1-16,-19-18 16,18 18-1,-17 0 1,17 35-1,-17-36 1,0 19 0,-1 17-16,-17-18 15,18 1 1,0 17 0,17-36 30,18-17-30,-18 36 0,0-19-1,1 1 1,-19 17 0,1 18-16,35-35 15,0 0 1,-36 35-16,-17-18 15,53-17 1,-35 35 0,0-18-16,17 1 31,0-19-15,0 19-1,18-1 16,-35 1-15,17-19 0,0 19-1,-17-1 1,0 0 0,-1 18-1,-17-35 1,18 17-1,0 18-15,-18-17 16,35-1 0,-35 1-16,18-19 218,-1 36-202,-17-35 0,18 35 31</inkml:trace>
  <inkml:trace contextRef="#ctx0" brushRef="#br1" timeOffset="-198687.05">28787 8308 0,'0'88'94,"17"18"-78,-17-71-16,36 53 15,-36-35 1,0-17 0,0 17-1,0-36 1,0 36 15,0-18-15,0-70 171,0 17-171</inkml:trace>
  <inkml:trace contextRef="#ctx0" brushRef="#br1" timeOffset="-196661.59">29034 8290 0,'0'-17'63,"17"-19"-16,-17 19-16,36 17-15,-36-18-1,17 0 16,1 18 16,-1 0 0,1 0-16,0 18-15,17 0 0,-17 17 15,-18-17-15,0-1-16,0 1 15,0 0 1,0-1-1,0 1 17,0-1-17,0 1 17,0 0-17,-18-1 16,0 1-15,18 0-16,18-18 234,53-18-202,-19 0-1,-34 18 47,0 18-62,-18 0-16,0-1 15,17 1 1,-17 0 0,18-18-16,-18 17 0,0 1 15,18 17 16,-18 0-15,0-17 0,0 0-1,0 17 1,-18-17-16,18-1 16,-18-17-1,-17 18 16,17-18-15,1 0 0,-1 0-1,-35 0 1,36 0 0,-1 0-1,0 0 16,-17 0 16,17-18 0</inkml:trace>
  <inkml:trace contextRef="#ctx0" brushRef="#br1" timeOffset="-194615.56">29916 8326 0,'0'-18'31,"0"0"1,0 1-17,0-1 1,0 0 15,0 1-15,0-19-1,0 19 1,0-18 0,0-1-1,-18 19 1,0-1-16,-17 0 15,17 1 1,-17 17-16,17-18 31,1 18-15,-1 0 15,1 0 0,-36 35 16,35 1-15,0-19-17,1 19 16,17-19 1,0 1-17,0-1-15,17-17 16,19 36 0,17-19-1,-1-17 16,-16 0-15,-19 18 0,1 0 31,0 17-32,-1 0 1,-17 0-1,18 1 1,0-19 0,-18 1-1,17 0-15,-17-1 16,0 1 31,0 0-16,0-1 0,-35 1-15,17-1 0,-17-17-1,17 18 1,1-18-1,-1 0 48,-17 0-47,17-53 15,1 36 0,17-1-15,0-17-1,0-18 17,0 35-17,0-17 1,0 17-1,0 1-15,17-1 32,36 0-17,-53 1 1,35 17 0,-17-18-1,17 0 16,-17 18-31,-18-17 32,18 17 15,-18-18-16,17 0 0</inkml:trace>
  <inkml:trace contextRef="#ctx0" brushRef="#br1" timeOffset="-184489.54">31256 10830 0,'0'-35'172,"0"17"-156,0 1-1,-18-1 16,-17 18 110,18 0-125,-1 0-16,0 0 15,1 0 1,-1 0-16,0 0 16,18 35-1,-17-17 1,17 17 15,-18-17-15,18 17-1,0-17 1,0 17 0,0 0-1,0-17 1,0 17-1,18-17 1,-18 0-16,17-18 16,19 17-1,-1 1 1,0-1 0,53-17 15,-52 0 0,-1-35-15,18 18-1,0-36 1,-18 35-16,-35 0 16,0-35-1,18 53-15,-18-35 0,0 18 16,0-54-1,0 36 1,-18-18 0,-17 18-1,-1-1 1,1 19 0,18-1 15,-1 18-31,-17-18 31,17 18-15,0 0-1,1 0 1,-1 0-16,0 0 16,-17 36-1,18 17 1,-1-53-1,0 17 1,18 1 0,0-1 46,0 1-31,0 0-15,-35 35 0,35-18-1,-18 18 1,-17-18 0,17-17-1,1 17 1,-18-17-1,17 17 1,18-17 15,-18-1-15,18 1 0,-17 17-1,17 0 1,0-17 31,0 0-32,0-1 1,17 19 0,19-36-1,-19 17 1,18-17-1,-17 0 17,17-35-17,-17-18 1,0-35 15,-18 53-31,0-54 31,0 72-31,0-1 16,0 0 0,0 1-1,-18 17 48,0 0-48,-17 0 1,0 0 0,17 0-1,1 0 1</inkml:trace>
  <inkml:trace contextRef="#ctx0" brushRef="#br1" timeOffset="-171654.62">26529 11959 0,'-35'53'187,"-18"0"-171,-106 88 0,53-53-1,53-35 1,-17 0-1,34-18 17,19-17-17,-1 0 1,0-1 0,1 1-1,-1 0 1,-17 17-1,17-17 17,18-36 327,18 0-343</inkml:trace>
  <inkml:trace contextRef="#ctx0" brushRef="#br2" timeOffset="-162881.79">7355 14287 0,'-17'18'125,"-19"53"-93,-34-1-1,-18 36 0,17-35 0,71-54-31,-17 1 0,-1 0 32,-35 17-17,35-18 1,-17 19 0,17-36-1,-17 17 1,35 1-16,-17-18 0,-1 18 15,0-1 1,-35 19 0,18-1-1,0-18 1,-1 19 0,1-1 15,35-17 78,-17-36 1,-1-105-79,18 87-16,0 1 17,0 17-32,0 1 31,0 105 156,-18-35-171,18-36-16,-17 1 16,-1 17-1,18-17 1,0 0 0,0-1-16,-18-17 0,1 53 31,17-35-16,0 0 1,0-1 47,0 18-32,0-17-16,0 0 17,17-18 61,89-18-77,0 18 0,-53-18-1,-18 18-15,-17 0 16,35-17 0,-53-1 265</inkml:trace>
  <inkml:trace contextRef="#ctx0" brushRef="#br2" timeOffset="-159397.09">6491 13529 0,'-18'0'172,"-17"-35"-157,0 17 16,0 0 1,35 1-32,-36 17 15,19-18 1,-1 18-16,0 0 16,-17-35-1,0 17 1,0 18-1,-18-17 1,17-1 0,1 0-1,0 18 1,17-17 15,-17-1 0,35 0-31,-18 18 32,1-17-17,17-1 1,-18 18 0,0-17-1,1-1 1,-19 0-1,1 18 1,18-17 0,17-1-1,-18 18-15,0 0 32,18-18-1,0 54 297,0-1-312,18-17-1,-18 17 1,0-18-16,18 1 15,-18 0 1,17-18 0,-17 17-1,-17-17 282,-19-88-266,1 35 1,35 36-17,-18-1 1,18 0 0,-17 1-1,17-1 1,-18 18-1,18-18 17,0 1-1,0-1-15,0 0 15,0 1 0,0-1-15,0 1-1,0-1 1,18 0 218,88 18-218,-54 0 0,-16 0-1,-19 0 1,1 0-1,0 0 17,-1 0 61,1 0-61,0 0-17</inkml:trace>
  <inkml:trace contextRef="#ctx0" brushRef="#br2" timeOffset="-156522.61">7673 14199 0,'53'0'203,"17"18"-188,-52-18-15,17 18 0,1-18 16,-19 17 0,18-17-1,-17 0-15,0 18 16,17-1-1,18 1 1,-18 17 0,1-17-1,-19-18-15,18 18 32,18-1-17,-17 1 1,17 0-1,-18-1 1,0 1 0,18 0-1,-18-18 1,-17 17 0,0 1-1,-1-18 1,1 0 156,-1 0-157,-34-18 126,-18-35-110,35 36-31,-53-19 31,35-17-15,0 18 0,1 35-16,17-18 31,35 36 188,18 53-204,0-36 1,0 18 0,-36-35-1,1-1 1,0 1-1,-1-1 17,-17 1-17,18-18 1,-18 18 46,-35-1 48,-36 1-95,18-18-15,36 0 16,-36 0 0,35 0-16,0 0 31,1 0 78,-1 18-77,0-18-17,1 0-15,-1 0 16,1 0-1</inkml:trace>
  <inkml:trace contextRef="#ctx0" brushRef="#br2" timeOffset="-152822.81">30427 11730 0,'-35'35'172,"-89"53"-156,-87 1 0,-72 16-1,195-52 1,-141 71 15,53-54 0,140-17-31,-17-18 16,-264 124 0,70-35-1,123-54 1,1 1-16,-36 17 15,-141 88 1,177-105-16,17-18 16,-17 35-16,34-17 15,54-54-15,-35 19 16,-19 34 0,19-17-16,-107 70 15,107-52 1,-18 0-16,-89 87 15,107-105 17,-195 159-17,159-124 1,-88 71 0,141-124-16,-17 18 15,-36 53-15,35-36 16,18-52-16,-70 106 15,17-54-15,53-35 16,-17 18-16,17 0 16,0-35-1,35 0-15,1-1 16,17-52 140,70-36-156</inkml:trace>
  <inkml:trace contextRef="#ctx0" brushRef="#br2" timeOffset="-150806.11">30480 11836 0,'0'17'94,"0"1"-79,0 0-15,-18 17 16,1 53 0,17-35-1,0-35 1,0-1-16,0 1 16,0 0-16,0 34 15,0 37 1,0-1 15,0-35-31,0-18 16,0 18-16,0 0 15,0 17 1,0-17-16,0 18 16,0 17-1,0-35 1,0 70-1,0 19 1,0-37 0,0-16-1,0-1 1,0-71 0,0 19-16,0 34 15,0-17 1,0-18-16,-18 71 31,18-88-31,-18 17 16,18 36-1,-17 17 1,-18 18 0,17-53-1,0 17 1,18-17-1,-17 0 1,17-18 0,-18 18-1,18 36 1,-18-19 0,1 54-1,-1-19 1,18-52-1,-18 71-15,-17-1 32,17-52-17,18-18 1,0-36 0,0 19-1,0-19-15,0 1 16,0 0-1,0 17 1,0 18 0,0 17-1,0-52 1,0 35 0,0-36-1,18-69 126,17-19-126</inkml:trace>
  <inkml:trace contextRef="#ctx0" brushRef="#br2" timeOffset="-149273.35">30409 11800 0,'36'18'31,"-36"17"0,17-35-31,1 18 31,35 17-15,53 53 0,-18-17-1,18 17 1,-18-17-1,-17-1 1,34 36 0,-69-88-16,-1 35 15,71 17 1,-53-17-16,141 159 31,-71-71-15,-35-71-1,18 54 17,-53-71-17,71 88 1,-72-106-16,-16 1 16,34 16-1,-70-16-15,36-19 16,34 89-1,-35-71-15,1 1 16,-1-1 0,0 0-16,-17 1 15,0-19-15,17 36 16,0 0 15,-17-18-31,17 18 0,18 18 16,-35-1 15,17 1-15,-18-53-16,1-1 15,0 18 1,-1-35-16,1 18 16,-18 0-1,35-1 16,-17 19-15,0-19-16,-1-17 0,-17 18 16,0 0 218</inkml:trace>
  <inkml:trace contextRef="#ctx0" brushRef="#br2" timeOffset="-147723.96">33232 14393 0,'-89'0'109,"-122"36"-78,158-19-31,-53 36 31,71 0 1,17-53-17,18 35 1,-18-17 0,18 0-1,0-1 1,0 1-1,0 17 1,0 0 0,0-17-1,0 17 1,18-17 0,-18 17-1,18-17 1,-1 0-1,1 17 17,17 0-17,-17-17-15,17 17 16,-17 0 0,35-17-1,-53 0 1,35-18-16,18 17 15,35-17 1,36 0 0,-54 0-1,-35 0-15,1-17 16,-19-19 0,19 19-16,-19 17 15,1-36-15,35-34 16,-18-1 15,-35-70-15,0 53-1,-17-18 1,-19 53 0,19-17-1,17 17 1,-18 35-1,0 18 17,-35-18-17,36 18-15,-19 0 32,-34 0-17,35 0 16,17 0-15,-17 0-16,17 0 16,-17 36-1,-18 17 1,53-36 15,-18 19 47,1-36-62,-1 35-16</inkml:trace>
  <inkml:trace contextRef="#ctx0" brushRef="#br2" timeOffset="-145622.55">32332 15593 0,'-18'0'31,"1"0"1,17 17 14,-35 72-14,-1 34-17,19 1 1,-1-1 0,0 18-1,18-53 1,0-35-1,0-35-15,0 0 16,0-1-16,0-105 172,-35-53-156,17 17-1,18-34 1,0 34-1,0 71 1,18 36-16,0-36 16,-1 17-1,36-17 1,-35 53 0,0-17-1,-1 17 1,1-18-1,35 18-15,0 0 0,-18 0 16,18 0 0,53 18-1,-89-18 1,-17 17 0,18 54 15,-18 17-16,0-35 1,-35-18 0,35-17-1,-36 17 1,19-17 0,17 0 265,88 52-250,-70-52-15,-1-1-1,1 19-15,-18-19 16,0 1 0,0 0-1,0-1 1,0 1-1,0 17 1,0-17-16,0 17 31,0 0-15,-18-17 0,-35 35-1,18-35 1,0-1 15,-1-17-31,19 18 0,-18 0 16,17-18-1,0 0 1,18 17 93,0-34 32</inkml:trace>
  <inkml:trace contextRef="#ctx0" brushRef="#br2" timeOffset="-143556.74">32755 16069 0,'0'53'109,"0"-35"-93,0-1-16,0 1 15,0-1 1,18 1-1,35-53 95,18-53-79,-54 70-15,1-17-1,-18 17 1,0 106 109,35-35-109,-17-35-1,-18 17 1,53-35 109,-36-35-125</inkml:trace>
  <inkml:trace contextRef="#ctx0" brushRef="#br2" timeOffset="-142417.79">33249 16069 0,'18'0'31,"-36"0"-16,1 18 1,-1 17 0,0-17-1,1-1-15,17 18 16,0-17 0,0 0 77,35-54-61,-17 1-17,17-18 1,-17-17-1,-1 52-15,-17-35 16,0 18-16,0 17 31,0 54 94,53 105-109,0-36 0,-35-69-1,-18-19 1,70-70 62,-17-35-62,-35 71-1,-18-1 1,17 36 109,-17-1-110,18-17 17,-18 18 46</inkml:trace>
  <inkml:trace contextRef="#ctx0" brushRef="#br2" timeOffset="-139602.5">28928 15893 0,'0'35'63,"0"18"-47,-18-36-16,18 19 15,0 34 1,-18-17-1,18 0 1,-17 176 15,17-193-15,0 87 0,0-70-16,0 0 15,0-18 1,0-17-1,0-53 48,0-106-47,-18 88-1,18-71 1,0 18-1,18 0 17,-1 18-17,1 0 1,0 0 0,-18 17-1,17 54-15,-17-19 16,18 19-1,-18 34 110,0 1-93,0 0-32</inkml:trace>
  <inkml:trace contextRef="#ctx0" brushRef="#br2" timeOffset="-138188.46">30533 15487 0,'0'-18'47,"-35"1"-32,-71-19 1,-18 1-1,54 35-15,-36 0 16,-106-18 0,106 18-1,89 0 1,-18 18-16,17 0 16,0 35-1,1 0 1,-1-1-1,18-16 17,-18 52-17,1-17 1,17 17 0,0-35-1,0 17 1,17-35-16,1 18 15,35 0 1,-18 0 0,18 0-1,18-18 1,-18-17 0,35-18-1,0 0 1,-35 0 15,88-35-15,-88 35-16,-18-36 15,71-34 1,-88 35-16,17-1 16,0 19-16,0-71 15,-17 52 1,17-34-1,-35-18 1,0 17 0,0 18-1,0 35-15,-17-35 16,-36-35 0,18 53-1,17 0-15,-35-1 16,-18 1-1,71 18 1,-35 17 0,-35 0-1,34 0-15,-17 0 16,-52 0 0,-1 0-1,35 0 1,36 0-1,17 0 1,1 0-16,-1 0 31,18 35-15,-18-35-16,18 35 16,-17-17-16,17-1 15,-18 36 1</inkml:trace>
  <inkml:trace contextRef="#ctx0" brushRef="#br2" timeOffset="-134586.02">28698 17374 0,'0'71'31,"0"-54"-16,0 36-15,0 0 16,0 88 0,18-35-1,17-18 1,-35-17 0,18-36-1,-18 18 1,0-35-1,-18-106 64,-70-159-48,35-18 0,36 159-15,17-17-1,0 70 1,0 35-16,17 18 16,1-35-1,17 0-15,36-1 16,-18 36-1,17 0 17,1 53-17,-18 0 1,-36 18 0,19-1-1,-36-17 1,0-17-1,0-1-15,-36-18 16,-34 19 0,-89-19-1,106-17 1,0 0 15,141 36 79,-17-1-95,70 36 1,18 17-1,-124-53-15,0 0 16,89 53 0,-89-35 15,0-70 125</inkml:trace>
  <inkml:trace contextRef="#ctx0" brushRef="#br2" timeOffset="-134194.93">29510 17709 0,'0'18'63,"0"17"-48,0 89 1,17-54 0,-17-52-1,0-71 48</inkml:trace>
  <inkml:trace contextRef="#ctx0" brushRef="#br2" timeOffset="-133935.39">29404 17410 0,'18'0'110</inkml:trace>
  <inkml:trace contextRef="#ctx0" brushRef="#br2" timeOffset="-132957.27">29722 17586 0,'0'0'0,"0"71"16,0 17 0,17 18-1,-17-36 1,0-35 15,0-17-31,18 0 16,-18-1-1,17-70 48,-17-17-48,0-36 1,-17-35 0,17 88-1,0 0 1,0 35 0,35 18 15,36 89 0,-36-54-31,35 71 16,-52-53-1,-18-18-15,0-17 16,18 52 0,-18-52-1,0-1 1,0-70 31,0-17-32,17 17-15,1 0 16,35-17 0,-18 34-1,0 36 1,1 53 15,17 124 0,-36-125-15,-17-34 0,18 0-1,-18-36 79,0-52-78,0 34-1</inkml:trace>
  <inkml:trace contextRef="#ctx0" brushRef="#br2" timeOffset="-132090.58">30392 17621 0,'0'36'31,"17"34"-15,1 36-1,17-36 1,-17-34 0,17-107 77,-35 36-77,0-18-16,18 18 0,0-36 31,-1 54-15,1 17 31,35 52-32,17 37 1,-17-36 0,-35-18-1,17 0 16,-35-53 16,35-17-31,18-53 0,-17 0-1,-36 53 1,35 70 46,-17 18-46,-18-36-16,17-17 16,1 53-1,-18-88 63,0 0-62,-18-18 0,-17-35-1</inkml:trace>
  <inkml:trace contextRef="#ctx0" brushRef="#br2" timeOffset="-131874.72">30921 17480 0</inkml:trace>
  <inkml:trace contextRef="#ctx0" brushRef="#br2" timeOffset="-130890.58">31274 17533 0,'-53'71'31,"0"34"1,35-52-17,18-17-15,0-19 16,0 54-1,18-71 1,17 17 0,-17-17-16,-1 0 15,72-17 1,-36-36 0,17 0-1,-52 18 1,-18 17-16,0-35 15,0 36 17,0-1-32,0 88 93,17-34-77,54 17 0,-53-18-1,-1-35 17,19-18-17,16-35 1,-16 18-1,52-35 17,-88 34-17,18 107 32,17-1-31,35 19-1,-34-37 1,-36-34 0,0-53 46,0-18-46,0 0 15,-18 53-15</inkml:trace>
  <inkml:trace contextRef="#ctx0" brushRef="#br2" timeOffset="-128257.08">25312 15205 0,'-18'-36'141,"1"19"-126,17-1 1,-53-35-1,35 53-15,0-17 16,-52-1 0,52 0-16,-17 18 15,17 0-15,-52 0 16,34 0 0,-17 0-1,1 36 1,-37-19-1,54 1 1,-88 52 15,87-52-15,-34 17 0,70-17-16,-18-18 15,0 35 1,1-17-16,17 0 15,-18 17 1,1 35 0,-1-34-1,18-1 1,0 18 0,0 17 15,0-17-31,0-17 0,0 52 15,18 0 17,17 0-17,-18-53-15,19 18 16,70 88 0,-36-70-1,-17-36 1,0 1-1,0-19 1,0-17 0,35 0-1,-17 0 1,-1 0 0,1-17-1,-1-54 16,18-17-15,-52-18 15,-1 35-15,-35-34 0,18-1-1,-18 35 1,0 18-1,0-17 1,0 17 0,0 35-1,17-17 1,-17-18 0,0 35-1,-17-87 1,-1 69-1,-17-17 17,-1 18-17,1 0 1,18 35-16,-19-35 16,1 17-1,17 18-15,-17 0 31,17 0 1,1 0-1</inkml:trace>
  <inkml:trace contextRef="#ctx0" brushRef="#br2" timeOffset="-127256.58">24007 16563 0,'0'-18'94,"-36"18"-78,1 0-16,-18 0 31,18 18-16,35 0 1,0-1 0,-18 18-16,0-17 15,-17 106 1,35-89 0,0 0-16,0 53 15,0-35 1,18 0-16,-1-35 15,1 17-15,35 18 16,18-35 15,-36-18-31,18 0 16,17 0 0,-34 0-1,-1-36 1,-17 1-1,-1 0 1,36-18 0,0 35-1</inkml:trace>
  <inkml:trace contextRef="#ctx0" brushRef="#br2" timeOffset="-126707.98">24430 16722 0,'0'35'16,"0"-17"-1,0 17-15,17 18 16,19 35 0,-19-35-16,1 0 15,0-36-15,-1 19 16,-17-19 0,0 1-1,0-106 79,-17 35-78,-1-35-1,18-1 1,0 54-16,0 18 15,0-19 1,35 19 0,36 17-1,35 0 1,-18 17 0,-35 1-1</inkml:trace>
  <inkml:trace contextRef="#ctx0" brushRef="#br2" timeOffset="-125737.91">24959 16757 0,'0'0'0,"-35"18"15,17-18 1,18 35-16,-35 0 15,17 18 17,18 18-17,0-18 1,0-1 0,0-34-1,0 0 1,35-18-1,18 0 1,-17-18 0,-1-52-1,0-1 1,-35-17 0,0 17-1,18 106 63,17 18-62,36 0 0,-36-35-1,-17-18-15,-1 0 16,19 0-1,-19 0-15,1-18 16,-18 1-16,0-19 16,0 1-16,0 17 15,0-34 1,88 175 62,0-35-47,-88-105 63,-17-36-78,-19 17-1,19 19 1</inkml:trace>
  <inkml:trace contextRef="#ctx0" brushRef="#br2" timeOffset="-125457.3">25329 16686 0</inkml:trace>
  <inkml:trace contextRef="#ctx0" brushRef="#br2" timeOffset="-124633.09">25629 16739 0,'0'53'31,"0"18"-15,0-54-16,0 19 16,0 17-1,0-18-15,18-35 16,17 35 15,0-35-31,18 0 16,-17 0-1,-19 0-15,1-17 16,0-72 0,-18 19-1,-18-1 1,-35 1-1,35 17 1,18 35-16,-17 0 16,52 18 46,106 106-46,-70-53-1,17 18 17,-53-36-17,-17-17 1,-1-18-16,-17-36 47,0 1-32,0-18 1,0-17 0,-17 17-16,17 35 15,0-17-15,0 0 16,17-54 0,19 89 15,17 0 0,0 0-31,88 18 31,-71 0-31</inkml:trace>
  <inkml:trace contextRef="#ctx0" brushRef="#br2" timeOffset="-123857.33">26670 16422 0,'-18'17'47,"1"-17"-31,-1 36-1,-17 70 1,17-1 0,18-52-1,0-17 1,0-19-1,71-70 32,-18-35 0,-18 35-16,-35 36 1,18 52-1,34 35-15,1-17-1,18-35 1,-53-18-1,-18-18 64,0 1-48</inkml:trace>
  <inkml:trace contextRef="#ctx0" brushRef="#br2" timeOffset="-120739.53">30392 11765 0,'0'18'78,"0"35"-63,17-36 1,19 19 0,34-19-1,36 19 1,0-1 0,0 0-1,-53-17 1,0-18-16,17 53 15,-17-36 1,0 19-16,-35-19 16,35 18-1,35 18 1,-53-35-16,-17 17 16,70 53-1,-35-52-15,-18-19 16,89 89-1,-89-70 1,35 52 0,-52-53-16,0-17 15,52 70 1,-52-71 0,17 19-1,-17-19-15,17-17 16,-17 53 15,35 18-15,35-36-1,18 71 1,-53-71 0,-1 1-16,-34-1 15,88 35 1,-106-52-16,35 17 15,-17-17-15,17 17 16,18 53 0,-18-70-16,1 17 15,-1 1-15,-18-1 16,54 18 0,-36-18-1,36 36 1,17-1 15,88 89 0,-17-18-15,-88-70 0,-36-36-1,18 0 1,-53-17-16,18 35 15,-1-36 1,-17 1 0,18-18-16,-53 0 172,-1-35-157,-34 17 1,17-17-1,-35-36 1,-36-35 0,54 53-16,-19-35 15,-34 18 1,-36-36 0,18 18-1,-176-124 16,228 124 1,19 53-32,17-18 15,-35 0 1,52 53-16,19-18 16,-54-35-1,71 36-15,-35-1 16,-71-70-1,18 52 1,-36-34 0,54 17-1,17 0 1,35 53-16,-17-18 16,-53-70-1,70 53-15,-52-36 16,34 18-1,-16-17 1,-37-36 0,1-17-1,35 52 1,18 0 0,17 36 15,18 0-16,-17 17 1,17 1 0,-18-1-1,0 0 1</inkml:trace>
  <inkml:trace contextRef="#ctx0" brushRef="#br2" timeOffset="-118557.34">33355 14393 0,'-18'0'63,"-105"0"-32,70 0-15,18 18-16,-36 0 15,36-1 1,17-17 0,1 18-1,-1-18-15,18 18 16,-18 17-1,1-18 1,-1 19 0,-17 34-1,17-17 1,18 0 0,0 0-1,0 0 1,0 0-1,0-36 1,0 1 0,0 0-16,0-1 15,0 19 1,18 17 0,0-36-1,-1 19 1,1-36-1,-1 17 1,1 1 0,17-18-1,-17 0 1,70 0 0,-35 0-1,-35 0-15,-18-18 16,35 18-1,-35-17-15,88-36 47,-53 35-31,18-17 0,-35-1-1,35-17 1,-35-35-1,-1 53 1,1-53 0,-18 0-1,0 17 1,0 36-16,0 17 16,-18-35-1,-35-35 16,-17 53-15,17 17 15,18 18-15,17-18-16,0 18 0,-52-17 31,34 17-15,19 0-16,-1 0 15,-35 17 1,36 1-16,-19 0 16,1-1-16,-18 1 15,0 35 1,18 35 0,0-17-1,35 17 1,0 18-1,0-36 17,17-52-17,19 17 1,-19-35 0,1 0-1,0 0-15,17 0 16,-35-53-16</inkml:trace>
  <inkml:trace contextRef="#ctx0" brushRef="#br2" timeOffset="-116914.27">30621 11836 0,'0'-18'140,"0"0"-124,0 1-16,-18-1 16,1 0-1,17-17 1,-18-35 0,18 17-1,0 35 1,0 0-1,35 18 48,-17 18-47,0 53-1,-18-18 1,0-1-1,-53-16 1,-18-19 0,-17-17-1,88-17 32,0-36-31,0 35-1,18-35 17,52 36-17,-52 17 1,0 0 0,-1 35 15,1-35 125</inkml:trace>
  <inkml:trace contextRef="#ctx0" brushRef="#br2" timeOffset="-114155.05">31979 11695 0,'18'-36'125,"52"1"-109,1 0-16,-36-1 15,54 1 1,-37 0 0,1 0-16,71-18 15,17-35 1,-18 35 0,19 0-1,-19 17 1,-88 19-1,1-1-15,16 0 32,1 1-32,0-1 15,0-17 1,-18 17 0</inkml:trace>
  <inkml:trace contextRef="#ctx0" brushRef="#br2" timeOffset="-112157.9">8502 2011 0,'0'-18'109,"-18"18"-62,1 0-47,-72 0 16,19 0-1,35 18-15,-1-1 31,36 19-15,-17 34 0,-1 18-1,-17 1 1,0-19 0,-1 36-1,19-18 1,-19-35-1,1 18 1,-53 193 15,53-193-31,17-1 0,0-34 16,1 17 0,-1-18-16,0-17 15,18-1 1,18-17 62,0 0-47,17-35 0,-17 0-15</inkml:trace>
  <inkml:trace contextRef="#ctx0" brushRef="#br2" timeOffset="-111489.96">7655 2540 0,'36'0'62,"122"-35"-46,-17 35-1,1-18 1,-72 18 0,-35-18-16,-17 18 15,35 0 188,-35 0-203</inkml:trace>
  <inkml:trace contextRef="#ctx0" brushRef="#br2" timeOffset="-110713.75">8819 2064 0,'-35'88'109,"-53"0"-93,53-70-16,17 35 15,-53 35 1,54-35-16,-1-18 16,18 18-16,-17 0 15,17 17 1,0-17-16,0-17 16,35 140-1,35-70 1,-17-18-1,36-17 17,-1-18-17,-53-36 1,-17-17 140</inkml:trace>
  <inkml:trace contextRef="#ctx0" brushRef="#br2" timeOffset="-109391.58">9260 2469 0,'0'0'16,"0"-35"-1,0 18 1,0-1-1,0 71 64,0 35-64,0 247 1,0-176 15,0-89-31,0-52 0,0 53 31,-35-160 47,0 19-62,-36-142 0,1-70-1,34 35 1,36 71 0,18 87 15,0 89-16,-1-17 1,1-1 15,53 18-15,-19 0 0,19 0-16,70 53 15,-35 0 1,-35-35-16,-19-1 15,-34 1 1,-18 52 31,0-17-31,0-17-1,0 17-15,-53 35 16,36-71-1,-1 19-15,-17-36 16,17 0 15,-35 0-15,18 17 0,17-17-1,1 0-15,-1 0 16,18 18 140,0 0-140</inkml:trace>
  <inkml:trace contextRef="#ctx0" brushRef="#br2" timeOffset="-106625.29">9772 3210 0,'18'53'47,"-18"-18"-32,17 18 1,-17 0-1,0-35-15,0 35 32,0-36-17,0 1 17,0-36 46,-17-34-63</inkml:trace>
  <inkml:trace contextRef="#ctx0" brushRef="#br2" timeOffset="-106265.45">9613 2699 0,'0'0'15,"18"17"1</inkml:trace>
  <inkml:trace contextRef="#ctx0" brushRef="#br2" timeOffset="-105658.2">10001 2187 0,'0'88'31,"0"-52"-31,18 334 47,35-246-31,-36-19 0,36 54-1,-35-124-15,-18-17 16,35 17-1,-17-17-15,35-18 47,53-88-31,-71 70 0,-35-35-1,18 36-15,-18-1 47</inkml:trace>
  <inkml:trace contextRef="#ctx0" brushRef="#br2" timeOffset="-105290.72">9966 2893 0,'53'-53'31,"123"0"16,-158 53-31,17-18-1,18-17 16,-35 17-31</inkml:trace>
  <inkml:trace contextRef="#ctx0" brushRef="#br2" timeOffset="-104674.35">10354 2716 0,'71'-17'32,"17"-1"-17,0-35 1,-35 0 0,-18 18-1,-17 17 1,-1-105-1,-17 105-15,0 1 16,0-1-16,0 0 31,0 1-15,-17 17 0,-18 0-1,-1 17 1,-17 19-1,18 17 1,35-18 15,0-18-31,0 36 16,0 53 0,0-71-16,0 1 15,0 17-15,0-18 16,18 35-1,-1-70-15,-17 18 16,18 0-16,53-1 31,17-17-15,-53 0-16,0-17 16,53-19-1,-52 36 1,-19-52-1</inkml:trace>
  <inkml:trace contextRef="#ctx0" brushRef="#br2" timeOffset="-104025.39">11183 2346 0,'-35'0'16,"17"0"-1,18 35 1,-18 1-16,1 16 31,-1 19-15,18 35 0,35-36-1,18-34 1,-35-19-16,35 1 15,-35 0 1,-1-18 0,-17 17-1,0 1 17,0-1-17,-17-17-15,-1 0 16,-17 0-1,-1 0-15,-52 0 32,71 0-17,34 0 63,71-17-62,18-1-16,-35-17 16</inkml:trace>
  <inkml:trace contextRef="#ctx0" brushRef="#br2" timeOffset="-103558.58">11342 2046 0,'0'71'16,"0"17"0,0-71-1,17 142 1,19 35 0,-19-106-1,-17-52 1,0-19-1,-35-17 64,0 0-64,17 0-15,1-17 16,-19-1-16,1 0 0</inkml:trace>
  <inkml:trace contextRef="#ctx0" brushRef="#br2" timeOffset="-103075.61">11289 2540 0,'0'0'16,"18"0"-16,-1-18 15,18 1 17,-17-1-32,0 18 15,17 0 1,18 0-16,-35 0 16,34 0-1,-34 0 1,0 0-1,-18 35 1,35-17 0,-35 17-16,18 1 31,-18-19-15,0 1-1,17-18 1,-17 17 15</inkml:trace>
  <inkml:trace contextRef="#ctx0" brushRef="#br2" timeOffset="-102784.35">11395 2205 0,'88'17'156</inkml:trace>
  <inkml:trace contextRef="#ctx0" brushRef="#br2" timeOffset="-101941.67">11800 1782 0,'106'141'109,"-18"-18"-93,-17 1-1,0 17 1,-54 35 0,18-17-1,-35-18 1,0-35 0,-35 0-16,18-71 15,-19 18-15,1 0 16,-36 53-1,19-71 1,-19 18 15,53-53 1,36 0 93,35-18-110,17-35 1</inkml:trace>
  <inkml:trace contextRef="#ctx0" brushRef="#br2" timeOffset="-101374.79">12771 2558 0,'35'0'79,"0"0"-64,141-18 1,-70 0-1,-35 1-15,-18 17 0,-36 0 16,-17 17 109,-70 54-94,-1-36-31</inkml:trace>
  <inkml:trace contextRef="#ctx0" brushRef="#br2" timeOffset="-100774.77">12559 2910 0,'18'-17'31,"-36"34"-31,53-34 32,18 17-17,0 0-15,18 0 16,87-18-1,-105 18-15,-35 0 16,17 0 0,-35-18-16,18 18 15,-1 0-15,72 0 32,16 0-17,-105-17 157,0-18-156</inkml:trace>
  <inkml:trace contextRef="#ctx0" brushRef="#br2" timeOffset="-99150.66">19914 7126 0,'53'0'110,"88"-18"-95,-52 1 1,52-1-1,-36 1 1,-52 17 0,-35-18-16,0 18 15,-1 0 17,19 0-17,-19 0 1,1 0-1,35 0 142,35 0-142,-53 0 1,-52-18 78</inkml:trace>
  <inkml:trace contextRef="#ctx0" brushRef="#br2" timeOffset="-96888.21">14340 2311 0,'0'-18'125,"-17"-35"-94,-36-17-15,18 70 15,17 0 0,0 0-15,-17 0 0,17 17-1,1 18-15,-1 1 16,0-1-1,1 18-15,17 18 16,-18-19-16,18-16 16,0 17-1,0-18-15,0 0 32,18 0-17,35-35 1,0 18-1,-18-18 17,18 0-17,0-35 1,0-18 0,-36 18-16,-17-1 15,18-52 1,0-35-1,-18 52 1,0 18 0,0 36-1,0 69 126,0 90-125,17-72-16,1 18 15,17 159 1,0-176-1,-17 35 1,-18-53-16,18 17 16,-18-35-1,0 1-15,0 52 16,0-35 0,0-36-1,0 19 1,-18-36-1,-70 17 32,35-17-31,0-17 0,-18-1-1,54 18 1,-1-18-1,1 18 1,-1-17 0,0 17-16,1 0 31</inkml:trace>
  <inkml:trace contextRef="#ctx0" brushRef="#br2" timeOffset="-95950.77">14658 1852 0,'0'18'109,"0"88"-93,0-1-1,0-34 1,-18 17-1,18 0 1,0-17 0,18-1-1,52 54 1,19-1 0,69 18-1,-69-105 1,-36-19-1,-36-17-15</inkml:trace>
  <inkml:trace contextRef="#ctx0" brushRef="#br2" timeOffset="-92625.49">15187 1570 0,'18'0'32,"-1"17"-17,-17 1-15,0 0 16,0-1 0,0 1-16,18 0 15,-18-1-15,18 36 16,35 71-1,-1 87 1,-16-87 15,-1 17-15,-17-53 0,-1-70-16,-17 17 15,0 0 1,18-17-1,-18-89 95,-229-422-79,105 263-31,89 160 0,-89-142 16</inkml:trace>
  <inkml:trace contextRef="#ctx0" brushRef="#br2" timeOffset="-92341.49">14887 1252 0,'53'0'31,"53"18"-15,-53 0-1,-35-18 1,-1 0-16,-17 17 31,0 1-15</inkml:trace>
  <inkml:trace contextRef="#ctx0" brushRef="#br2" timeOffset="-91539.53">15134 1323 0,'124'0'31,"17"18"-15,-71-18-16,107 52 31,-142-16-15,-35 17-1,18-18 1,-18 35 15,0 36-15,-36 0 0,1-53-1,17-18-15,1 1 16,-19-19-1,19 1 1,-18 0 0,-1-18-16,19 0 15,-1 0-15,-17 0 16,17 0 0,106 0 140,-17 0-141,-18 0-15</inkml:trace>
  <inkml:trace contextRef="#ctx0" brushRef="#br2" timeOffset="-90842.84">15840 1235 0,'0'35'63,"158"88"-47,-105-52-1,36 17-15,16 71 16,-34-88-1,-18 34-15,17 1 16,-52-88-16,35 158 31,-53-105-15,0-36 0,0 0-16,-18 18 15,-87 124 1,69-124-16,-34 17 15,17 1 1,17-36-16,-16 0 16,16 18-1,19-53-15,-1 0 16,18 18 0</inkml:trace>
  <inkml:trace contextRef="#ctx0" brushRef="#br2" timeOffset="-90259.79">17180 2381 0,'441'-17'125,"159"-54"-94,-547 71-31,-35 0 31,-71 0 94</inkml:trace>
  <inkml:trace contextRef="#ctx0" brushRef="#br2" timeOffset="-89606.89">17762 1940 0,'0'-17'31,"0"122"63,89 142-63,-72-158-15,-17 158-1,0-177-15,0 1 16,18-36-1,-18-17-15,70-18 188</inkml:trace>
  <inkml:trace contextRef="#ctx0" brushRef="#br2" timeOffset="-88367.23">19032 1746 0,'18'106'78,"141"423"-62,-142-405-16,1-36 15,0 18-15,-1-89 16,-17 19 15,0-125 47,18-16-62,-18-1 0,0 35-1,18 36 1,-18 17-1,123 142 95,-105-107-95,17 19 1,0-1 15,-17-35 1,17 0-1,-17 0 31,52 0-30,-52 0-32,0 0 15,-1 0 79</inkml:trace>
  <inkml:trace contextRef="#ctx0" brushRef="#br2" timeOffset="-87530.76">20214 1623 0,'-17'35'94,"-89"194"-63,88-52-16,18-54 1,0 1 15,35 17-15,36-18 0,-1 18-1,-17-88-15,0 0 16,53 53-1,-53-53 1,53-53 0,-89 0 15</inkml:trace>
  <inkml:trace contextRef="#ctx0" brushRef="#br2" timeOffset="-85307.88">20585 2028 0,'35'89'140,"53"122"-124,-17-17 0,-36-70-1,-17-89 1,-18 89 0,0-72-1,17-34 1,-17-53 78,-53-36-79,18 36 1,-36-124-1,1 53-15,70 71 0,-71-53 16,1-141 0,17 105-1,53 54 1,0 34-16,0 1 16,0 0-1,0 17 1,0 1 15,17 17 0,36 0-15,18 0 0,17 0-1,-35 0 1,0 0-1,-18 0 17,1 17-17,-19 1 1,54 52 0,-54-34-1,-17 17 1,0-18-1,0 18 17,0 0-17,0-18 1,0-17 0,-53-1-1,36-17-15,-18 0 16,-54 0-1,89 18-15,-17-18 16,-1 0 0,18 17 93,0 1-78,71-18 16,105 0-31,-105 0-16</inkml:trace>
  <inkml:trace contextRef="#ctx0" brushRef="#br2" timeOffset="-84475.16">21272 1411 0,'0'53'110,"89"53"-79,17 17 0,-71-70-15,18 18-16,-18-18 16,36 105-1,-54-52 1,1 0-1,-18-35-15,0-18 16,-18 123 0,1-123-16,-1 0 15,0 17 1,-17-34-16,0-1 16,17 18-1,-17-36 1,17 1 15,18 0 0,-17-18 1,-19 0 61,19 0-61</inkml:trace>
  <inkml:trace contextRef="#ctx0" brushRef="#br2" timeOffset="-80623.71">22331 1905 0,'70'0'156,"71"18"-125,-70-18-15,0 17 0,-36-17-1,-17 0 1,-107 88 156,54-88-157,0 18-15</inkml:trace>
  <inkml:trace contextRef="#ctx0" brushRef="#br2" timeOffset="-79992.63">22225 2205 0,'53'0'78,"88"0"-62,-70 0-16,-36 0 15,35 0-15,1 0 16,-36 0 0,-52 0 202</inkml:trace>
  <inkml:trace contextRef="#ctx0" brushRef="#br2" timeOffset="-77375.89">25982 8220 0,'53'0'63,"53"0"-47,17 0-1,-17 0 1,-18 0-1,36 0 1,-18 0 0,35 0 15,-53 17-15,35 1-1,-34 0-15,-19-1 16,-35 1-1,-17-18-15,0 0 16,105 53 0,-70-36-1,53 19 1,-71-19 0,36 19-1,-71-19 1,70 36-1,-52-53-15,88 53 16,-18 0 15,-53-35-31,1-1 16,-1 1-16,-18-18 16,54 35-1,-36-17-15,1 0 16,-19-1-1,36 18 1,53 36 0,-88-36-16,17-35 15,71 53 1,-53-35-16,-36-1 16,1-17-1,17 18-15,18 0 16,-18-1-1,18 1-15,0 17 16,53 18 15,106 0-15,-89-53 0,-88 18-1,71-1 1,18 36-1,-18 0 1,-1 0 0,-34-18-16,-18 1 15,35-19 1,-35 36 0,-18-35-1,1 0 1,16 34-1,1-16 1,0 17 0,0 0 15,0 17-15,-18-17-1,1 35 1,-19-70-16,-17 0 15,18-1 1,0-17 0,-1 0-1,-17 18 17,0-1-17,18 1 1,17 53 15,-17-54-31,-1-17 31,-17 18-15,18 0 15,0-1-15,-1 1-1,1-1 1,-36-69 140,-35 16-156</inkml:trace>
  <inkml:trace contextRef="#ctx0" brushRef="#br2" timeOffset="-75258.69">23177 1517 0,'18'141'63,"0"-35"-48,-18-53 1,53 123 0,-18-52-1,-35-54 1,18-17-16,-18 0 16,17 18-16,-17 105 31,0-141-16,0-52 95,0-19-95,0 19 1,0-36 0,0 0-16</inkml:trace>
  <inkml:trace contextRef="#ctx0" brushRef="#br2" timeOffset="-73839.91">23424 1711 0,'0'0'31,"0"-35"-31,0 17 15,18-17 48,0 17-32,-18 0-15,17 18-16,-17-17 15,53-1 1,-35 1-16,35 17 16,-18 0-1,-17 0 1,35 0-16,-18 17 16,0 1-1,-17-1 1,-1 19-16,19 17 15,-36 0 1,0 17 15,0 1-15,-36-1 0,19-34-1,-1-19 1,53-17 171,36 18-171,-53-1 0,70 1-1,-53 0-15,-35-1 0,18 1 16,-1-18-1,-17 35 1,0 1 0,0-19-1,0 18 1,0 1 0,0-19-1,0 1 1,-17 0-1,17-1 1,-35-17 0,17 18 15,-17-18-31,17 0 16,-35 0-1,35 0 1,1 0-1,-36-18 1,18 1 0,17 17-1,0-18 1,1 18 31</inkml:trace>
  <inkml:trace contextRef="#ctx0" brushRef="#br2" timeOffset="-72390.69">24500 1834 0,'0'-17'31,"0"-1"-16,0-17 1,-17 17-16,-1-17 16,-17-18-1,0 18 1,17-1 0,-17 19-16,-71-36 31,-18 18 0,107 52 32,17 36-48,0-35-15,0 35 16,0-36-1,0 19-15,0-1 32,17 18-17,36 0 1,18 17 0,35-34-1,-36-1 1,18 18-1,-35-18 32,0 36-31,-17-54 0,-36 1-1,0 0 1,0-1 46,0 1-62,0-1 16,-36 19 0,36-19-16,-17-17 15,-1 0 1,0 0 46,1 0-46,-1-17 0,-17-1-1,17 18 1,18-18-1,-35-17 1,35 0 0,-18 0-16,1-1 15,-1-69 1,0 87-16,1-70 16,-19 17-1,36 36 1,53 17 15,35 1 0,-35-1-15,-35 18 0,17 0 15,-17 0-16</inkml:trace>
  <inkml:trace contextRef="#ctx0" brushRef="#br2" timeOffset="-71735.35">25541 1923 0,'35'0'93,"177"17"-61,-106-17-32,53 0 15,70-17 1,-176 17-16,35-18 15</inkml:trace>
  <inkml:trace contextRef="#ctx0" brushRef="#br2" timeOffset="-71163.24">26035 1552 0,'18'53'47,"52"53"-31,-52-88-16,17 70 15,-17 18 1,17 70 0,-17-17 15,-18-89-15,0-52-1,0 17 1,0-17 140</inkml:trace>
  <inkml:trace contextRef="#ctx0" brushRef="#br2" timeOffset="-69403.08">19456 3193 0,'88'35'125,"0"-35"-110,53 18 1,88-1-1,54-17 1,-125 0 15,-16 0-15,-1-17 0,-18-1-1,-17 18 1,-35 0-16,-36 0 15,35 0-15,19 0 16,-1 0 0,-18 0-1,-34 0 1,-19 0-16,19 0 31,-19 0-15</inkml:trace>
  <inkml:trace contextRef="#ctx0" brushRef="#br2" timeOffset="-57209.14">14905 13282 0,'35'0'140,"36"0"-124,17 0-1,-18 0 1,19 0 0,-72 0 15,19 0-31,-19 0 31,18 0-15,1 0-1,17 0 1,-18 0-16,35 0 16,-34 0-1,-19 0 48,1-18-32,-18 1 94,-35-1-109,-36 18-1,54-17 1,-1-1 0,0 0-1,1 18 1,-1 0-1,0 0 64,71 53 92,35-18-139,-52-17-1,-19-18 0,1 0-15,0 0 15,-1 0-15,-34 18 171,-19-1-171,1 1-1,0-18 1,17 0-16,18 18 0,-17-1 31,-1 1 16,18 0-16,0-1-15,0 1 31,-18-1-31,36-17 109,123-17-110</inkml:trace>
  <inkml:trace contextRef="#ctx0" brushRef="#br2" timeOffset="-54137.34">16686 13176 0,'-17'18'15,"34"-18"204,1 0-203,35 0-1,-18 0 1,0 0 0,1 0-1,-19-18 1,1 18 15,0 0-15,17 0 15,36 0-15,-36 0-1,0 0 16,-17 0-15,17 0 0,0 0-1,18 0 1,-18 0 0,1 0-1,-19 0 1,1 0-1,17 0 1,1 0 0,-1 0 15,18-17-15,-18-1-1,0 18 1,1 0-1,-1 0 1,0 0 0,-17 0-16,-1-18 15,1 18 1,0 0 62,-1 0-62,19 0-1,-19 0 48,-34 0 187,-1 0-235,0 0 1,1 0 47,17-17-48,-18-1 1,18 0-1,-53-17 17,36 17-1,-1 1-31,18-1 16,106 124 249,-18-71-249,-70-17-16,-1-18 15,-17 18 95,-17 17-32,-19 0-62,1-17-1,17 17 1,18-17 109,0-1-110,-17 1-15,17 0 47</inkml:trace>
  <inkml:trace contextRef="#ctx0" brushRef="#br2" timeOffset="-50521.76">27764 1305 0,'0'0'0,"-53"-17"16,35 17 46,0 0-31,1 0-15,-19 0 0,-16 0-1,-1 0-15,35 0 16,-17 17-1,17 19 1,18-1 0,0-18-1,-18 54 1,18-36 0,0-17-1,36 35 1,17-36-1,-36 1 1,36-18 0,0 0 15,0 0-15,0 0-1,-35-70 1,-18-1-1,0 18 1,0 18 0,0-18-1,-18 53 1,18 18 109,0 17-109,18 53-1,17 0 1,18 53-1,-18 0 1,-17-35 0,-1 0-1,-17-88-15,0 17 16,0 0 0</inkml:trace>
  <inkml:trace contextRef="#ctx0" brushRef="#br2" timeOffset="-49078.5">28399 1464 0,'-18'-53'46,"18"35"-30,-88-52 15,35 70-15,35 0 0,1 0 15,-19 18-16,19-1 1,17 1 0,-18 35-1,18-18 1,0 36 0,0-54-16,0 18 15,0 18 1,18-17-16,-1-1 15,71 36 1,36-1 0,-53-52 15,-71-1-15,35-17-1,-18 18 1,19 0-1,17-1 1,35 36 0,-88-35-16,17-18 15,1 17-15,-18 1 16,0 0 0,0-1-1,0 1 1,0 0-1,0-1-15,0 1 16,-18 0 15,-17-1 1,18-17-32,-1 0 46,0-17-30,-17-1-16,17-17 16,-17 17-16,35-17 15,-35 35-15,0-36 16,35 19 0,-18-1-1,0 1-15,18-1 16,-17-35-1,-1 0 1,18-17 0,0 52 15,18-17-31,-1-1 16,19-17-1,-19 0-15,1 36 16,17-71-1,-17 52-15,-1 19 16,1-54 0,0 36-1,-18 17 1</inkml:trace>
  <inkml:trace contextRef="#ctx0" brushRef="#br2" timeOffset="-48523.17">29122 1570 0,'53'0'110,"53"0"-79,-71 0-31,159 17 15,-53 19 1,-70-19 0</inkml:trace>
  <inkml:trace contextRef="#ctx0" brushRef="#br2" timeOffset="-47858.59">29351 1817 0,'-18'35'47,"36"-35"78,70 0-110,-35 0-15,0 0 16,18 0 0,-54 0-1,1 18 63</inkml:trace>
  <inkml:trace contextRef="#ctx0" brushRef="#br2" timeOffset="-42219.02">32332 1164 0,'0'-17'125,"-53"17"16,0-18-125,-17 18-1,-19 0 1,54 18-1,18-1 1,-1 1 0,-17 17-1,35 0-15,-18-17 16,0 17 0,18-17-1,-17 35 1,-1 0-1,18 0 1,0 0 0,-18-1-1,18 37 17,0-36-17,0 0 1,0-1-1,18-16 1,0-1 0,-1 0-1,1 1 1,17-1 0,18-18-1,-35 1 1,17-18-16,0 18 0,-17-18 15,53 0 1,-54-18 0,1 0 15,0-34-15,-18 16-1,0 1 1,0 17-1,0-17-15,0 17 16,0-17 0,0 0-1,0 17 1,0 1 0,0-1-1,0 0 1,0 1-1,-18 17 1,-70 0 0,35-18 15,17 18-15,19 0-1,-1 0 1,1 35-1,17-17 1,-18 17 0,0-17-1,18 0 1,0 17 0,0-18-1,-17 1 1</inkml:trace>
  <inkml:trace contextRef="#ctx0" brushRef="#br2" timeOffset="-39671.47">30956 1358 0,'0'-17'16,"0"-1"31,0 0-47,0-17 15,0 17 17,0-35-1,36 53-16,-19 0 1,18 0 0,-17 0-1,0 0 1,-18 18-16,17 0 16,1 17-1,0-35 1,-18 18-1,0-1 1,0 1-16,17 0 16,-17-1-1,0 18-15,0 18 32,0-17-17,0-1 1,0-17-1,0 17 1,0-18 15,0 1-15,0 0 31,0-1-16,-17 1 0,-1-18 1,36 0 61,-1 0-77,1 0-16,70 0 16,0 35-1,0-17 1,-70-18-16,-18 18 15,18 17 1,-1 18 15,-17 0 1,0-36-17,0 1 1,0 0-16,0-1 15,0 1 1,0 0-16,0-1 16,-35 1-1,-18-1 1,0 1 0,36-18-16,-1 0 15,-70 0-15,-106 0 31,106 0-15,52 0 0,1 0-16,17 0 31,1 0-15</inkml:trace>
  <inkml:trace contextRef="#ctx0" brushRef="#br2" timeOffset="-38208.9">30215 1446 0,'0'-17'47,"-17"17"-16,-1-18 1,18 0-32,0-17 31,0 18-16,18 17 1,17 0 0,18 0-1,-18 35 1,1-18-16,-19 1 31,1 0-15,-18 35-1,0-36-15,35 89 16,-35-18 0,18 18-1,-18-18 17,0 18-17,-18-18 1,-17 53-1,17-88-15,1 0 16,-1-17 0,0-19-16,1-17 15,17 18 1,-36-18 62,-52-88-47,18-71 1,52 88-17,18 54-15,106 34 78,-18 36-62,53 0 0,-17 18-1,-89-71 1,-18 0 109</inkml:trace>
  <inkml:trace contextRef="#ctx0" brushRef="#br2" timeOffset="-37584.91">30462 3069 0,'0'-35'62,"53"0"-46,18-1-1,387-70 1,-334 89 0,70-1-16,-88 18 0,141-35 15,-18 17-15,-70 1 16,17-1 0,-105 0-16,-36 1 15,-53 70 95,-35-53-95,-17 35-15</inkml:trace>
  <inkml:trace contextRef="#ctx0" brushRef="#br2" timeOffset="-36793.18">30762 3316 0,'194'-70'110,"88"-19"-95,71 19 1,-53 35 0,-106 17-1,0 0 1,-123 1-1,-18 17 1,-53-18 0,-36 0 202,36 1-218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3F65-1ED0-F6D8-6130-B499038E3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CE56C-1D72-BFE8-D04F-FE0318400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AB3B-8C59-9E49-91D5-4DE5ADEB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1E7A7-FD55-EA74-D418-445CA22A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C370-ADD2-7AE0-BECA-5C2A612E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1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72EC-1621-3E14-0378-685AC62B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342C-4B83-0DF2-3A77-69383380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78D7-46BB-D572-CCE6-86BF4C00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FA86-1B9E-D122-53EA-A893AE26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A9841-B637-F8E9-9396-B4DC6E2A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52E6-32A1-1B8F-06A0-ABD2E9CE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7F9B1-A8FA-279A-5947-9075509CD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F2EE-EFBD-4A6B-3561-785AEE8C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A7C04-AD23-51A8-391B-75E33CA4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1BC87-3EAE-B4CF-6879-B31671C3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14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CA87-43ED-BF11-A45C-B7C79977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09B0C-4553-2617-310C-781D9C6BE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751AB-7C2E-4F7F-F18B-954C66EA2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6E996-E7AC-DDAA-37A9-C2C646E4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83B7D-FBF4-1A93-4E20-BD048820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C8A02-7919-CD8A-E363-47726D14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9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D6DD-A6E4-6010-0E21-9440AAEB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55F84-E32F-286D-12E6-EE5A9B65B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955CD-7DD6-4E61-6A9E-AF0507E32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2E969-FB02-CA8C-CDD0-8825F3216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29DDF-3EE5-3D89-781F-C9D4A99D5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C8EF5-211C-1D09-E8F4-7DA978D9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126FA-C3BD-054E-47C9-983CF98C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4A641-F363-552B-F0A3-985AB774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1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5F9E-7055-D3EF-19F0-C722E776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5C8CB-405F-2388-78EB-9737C13B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7EE2D-6411-AF79-4DC4-12BA7C3B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DAFB9-F1B5-DC93-4AE4-2800AF28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06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E1F6C-D429-4996-6843-3C5B7657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7C780-607D-1379-8501-A15732E8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C127D-5433-D47E-75F5-64FCC65A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67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6BF6-EFA6-E8B6-1F28-225B6AC6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6BBA-72AF-8DE8-192C-95D04858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82C40-E741-5A02-7674-D852E55C5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7246-431F-A101-CC8C-1DA1C810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56C32-EEC6-A22C-A31B-BE7F36D1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59062-C62F-2541-F435-59D2CDAB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1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11C9-FD43-60B2-31C9-D8709F21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19E15-763A-E508-C37A-1E8FA9E1A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796E1-3DF3-5059-373F-780B22995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C07AB-8EDD-30B8-EA2C-55D65F4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CA772-7FAB-4E62-3AD6-B7CD4266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FA5DF-9986-E771-B58A-41CA7DA6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9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B439E-56E4-7C4E-0B03-15DD3F8E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8C390-1BAD-7F53-29A6-F51CE1011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AF447-A029-DE68-5C2F-902A3556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89126-12C0-849B-E4AE-AD45E74D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E452-0B1E-A219-567D-2949109F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2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3A9A0-B409-287A-0B44-8ECE00837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4FCBC-5343-437F-3A88-E28D7D649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DD8C-EF40-5F17-8C9B-71367591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2F7A8-FEA0-2499-3696-6021EB99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BECB4-D0DC-3898-1F94-4013C4EF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5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04D01C-3141-D52D-6362-0F7A38F9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26B80-472D-2D00-7528-FC28F3945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E6C6F-CD2B-7EA4-F144-BC5392D3A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F26C7-D84A-43D3-93F9-4FFA9A29E2A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ECD37-2481-6B2D-DCB1-5D4239122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B83A8-32DE-4890-630C-9D60ACED3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D7BE2-B711-4541-9F31-795EDA16E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8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CC42-14F2-D429-3C17-93BC02A0A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Mock ICT01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B4473-2513-4807-BE66-CCA4CA75A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Answer Discussion</a:t>
            </a:r>
          </a:p>
        </p:txBody>
      </p:sp>
    </p:spTree>
    <p:extLst>
      <p:ext uri="{BB962C8B-B14F-4D97-AF65-F5344CB8AC3E}">
        <p14:creationId xmlns:p14="http://schemas.microsoft.com/office/powerpoint/2010/main" val="202657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328F-4B52-FE31-BD2D-964EA4B7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1" y="77357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Question 01</a:t>
            </a:r>
          </a:p>
          <a:p>
            <a:pPr marL="0" indent="0">
              <a:buNone/>
            </a:pPr>
            <a:r>
              <a:rPr lang="en-US" dirty="0"/>
              <a:t>The Turing Test is a method of inquiry in artificial intelligence (AI) for determining whether a computer is capable of thinking like a human being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: True</a:t>
            </a:r>
          </a:p>
          <a:p>
            <a:pPr marL="0" indent="0">
              <a:buNone/>
            </a:pPr>
            <a:r>
              <a:rPr lang="en-US" dirty="0"/>
              <a:t>B : False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460021-3DA7-4440-A8F3-DF8FE78C86DC}"/>
                  </a:ext>
                </a:extLst>
              </p14:cNvPr>
              <p14:cNvContentPartPr/>
              <p14:nvPr/>
            </p14:nvContentPartPr>
            <p14:xfrm>
              <a:off x="603360" y="1308240"/>
              <a:ext cx="2540160" cy="2235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460021-3DA7-4440-A8F3-DF8FE78C86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000" y="1298880"/>
                <a:ext cx="2558880" cy="225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22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AE886-BC38-C6B7-95B9-D71B4AE8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73EE-8E95-C652-B7F7-0A123A75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02</a:t>
            </a:r>
          </a:p>
          <a:p>
            <a:pPr marL="0" indent="0">
              <a:buNone/>
            </a:pPr>
            <a:r>
              <a:rPr lang="en-US" dirty="0"/>
              <a:t>Ethical issues related to AI include privacy concerns and the impact on job markets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: True</a:t>
            </a:r>
          </a:p>
          <a:p>
            <a:pPr marL="0" indent="0">
              <a:buNone/>
            </a:pPr>
            <a:r>
              <a:rPr lang="en-US" dirty="0"/>
              <a:t>B : False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AAEDDD-B505-BCED-60E7-A3BCC7BEFB15}"/>
                  </a:ext>
                </a:extLst>
              </p14:cNvPr>
              <p14:cNvContentPartPr/>
              <p14:nvPr/>
            </p14:nvContentPartPr>
            <p14:xfrm>
              <a:off x="723960" y="1111320"/>
              <a:ext cx="10757160" cy="2045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AAEDDD-B505-BCED-60E7-A3BCC7BEFB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600" y="1101960"/>
                <a:ext cx="10775880" cy="20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41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2072-68A5-58BC-0D5A-AEECDA47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DFF5-FBAA-8B12-2179-4F53DC143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626090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03</a:t>
            </a:r>
          </a:p>
          <a:p>
            <a:pPr marL="0" indent="0">
              <a:buNone/>
            </a:pPr>
            <a:r>
              <a:rPr lang="en-US" dirty="0"/>
              <a:t>If we interpret the predicate </a:t>
            </a:r>
            <a:r>
              <a:rPr lang="en-US" b="1" dirty="0"/>
              <a:t>Spouse(</a:t>
            </a:r>
            <a:r>
              <a:rPr lang="en-US" b="1" dirty="0" err="1"/>
              <a:t>x,z</a:t>
            </a:r>
            <a:r>
              <a:rPr lang="en-US" b="1" dirty="0"/>
              <a:t>)</a:t>
            </a:r>
            <a:r>
              <a:rPr lang="en-US" dirty="0"/>
              <a:t> as “x is the Spouse of z”, the following FOL formula means “Everyone can be the spouse of any given person.”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∃x ∀ </a:t>
            </a:r>
            <a:r>
              <a:rPr lang="en-US" dirty="0" err="1"/>
              <a:t>x,y,z</a:t>
            </a:r>
            <a:r>
              <a:rPr lang="en-US" dirty="0"/>
              <a:t> Spouse(</a:t>
            </a:r>
            <a:r>
              <a:rPr lang="en-US" dirty="0" err="1"/>
              <a:t>x,z</a:t>
            </a:r>
            <a:r>
              <a:rPr lang="en-US" dirty="0"/>
              <a:t>) ∧ Spouse(</a:t>
            </a:r>
            <a:r>
              <a:rPr lang="en-US" dirty="0" err="1"/>
              <a:t>y,z</a:t>
            </a:r>
            <a:r>
              <a:rPr lang="en-US" dirty="0"/>
              <a:t>) ⇒ x=y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: True</a:t>
            </a:r>
          </a:p>
          <a:p>
            <a:pPr marL="0" indent="0">
              <a:buNone/>
            </a:pPr>
            <a:r>
              <a:rPr lang="en-US" dirty="0"/>
              <a:t>B : 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D99EC-147A-EAAD-3C6E-04D6A2D0CDB1}"/>
              </a:ext>
            </a:extLst>
          </p:cNvPr>
          <p:cNvSpPr txBox="1"/>
          <p:nvPr/>
        </p:nvSpPr>
        <p:spPr>
          <a:xfrm>
            <a:off x="7846143" y="2192594"/>
            <a:ext cx="42036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FOL/ Predicate Logic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Variables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Constants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Predicates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Quantifiers</a:t>
            </a:r>
          </a:p>
          <a:p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Logical Connectives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Conjunction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Disjunction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Implication/biconditional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Negation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2D11979-6E26-E6BF-4DBF-54E45C07F1C0}"/>
                  </a:ext>
                </a:extLst>
              </p14:cNvPr>
              <p14:cNvContentPartPr/>
              <p14:nvPr/>
            </p14:nvContentPartPr>
            <p14:xfrm>
              <a:off x="685800" y="324000"/>
              <a:ext cx="10833480" cy="619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2D11979-6E26-E6BF-4DBF-54E45C07F1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440" y="314640"/>
                <a:ext cx="10852200" cy="62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60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6412-2F23-B7EA-B79B-97C739BA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CE6E-C1E8-E5AC-75DD-DA431CD9B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05</a:t>
            </a:r>
          </a:p>
          <a:p>
            <a:pPr marL="0" indent="0">
              <a:buNone/>
            </a:pPr>
            <a:r>
              <a:rPr lang="en-US" dirty="0"/>
              <a:t>Move ordering has no effect on Alpha-Beta pruning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: True</a:t>
            </a:r>
          </a:p>
          <a:p>
            <a:pPr marL="0" indent="0">
              <a:buNone/>
            </a:pPr>
            <a:r>
              <a:rPr lang="en-US" dirty="0"/>
              <a:t>B : False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F09F3A-60EC-33E3-757C-399CF1599F51}"/>
                  </a:ext>
                </a:extLst>
              </p14:cNvPr>
              <p14:cNvContentPartPr/>
              <p14:nvPr/>
            </p14:nvContentPartPr>
            <p14:xfrm>
              <a:off x="476280" y="698400"/>
              <a:ext cx="11639880" cy="288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F09F3A-60EC-33E3-757C-399CF1599F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920" y="689040"/>
                <a:ext cx="11658600" cy="290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737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A649-C2A7-EECC-9966-EBE62F9E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37EE-14FA-B85A-2C27-BE21BA39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06</a:t>
            </a:r>
          </a:p>
          <a:p>
            <a:pPr marL="0" indent="0">
              <a:buNone/>
            </a:pPr>
            <a:r>
              <a:rPr lang="en-US" dirty="0"/>
              <a:t>The minimax algorithm is only applicable to two-player, zero-sum games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 : True</a:t>
            </a:r>
          </a:p>
          <a:p>
            <a:pPr marL="0" indent="0">
              <a:buNone/>
            </a:pPr>
            <a:r>
              <a:rPr lang="en-US" dirty="0"/>
              <a:t>B : False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ADA477-B7C0-0AC2-39E7-D7FB6D818ABB}"/>
                  </a:ext>
                </a:extLst>
              </p14:cNvPr>
              <p14:cNvContentPartPr/>
              <p14:nvPr/>
            </p14:nvContentPartPr>
            <p14:xfrm>
              <a:off x="419040" y="1727280"/>
              <a:ext cx="6547320" cy="2464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ADA477-B7C0-0AC2-39E7-D7FB6D818A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680" y="1717920"/>
                <a:ext cx="6566040" cy="248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45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5BC1-EC4B-046A-B6C8-67406FEF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1F929-F1C1-3C83-9E4A-75B5929D9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07</a:t>
            </a:r>
          </a:p>
          <a:p>
            <a:pPr marL="0" indent="0">
              <a:buNone/>
            </a:pPr>
            <a:r>
              <a:rPr lang="en-US" dirty="0"/>
              <a:t>Which among the following is not a primary characteristic of an intelligent agent?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Reactivity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Ability to play board games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Proactiveness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Autonomy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A70727-EADD-2D17-2A3E-DC5FB9990E01}"/>
                  </a:ext>
                </a:extLst>
              </p14:cNvPr>
              <p14:cNvContentPartPr/>
              <p14:nvPr/>
            </p14:nvContentPartPr>
            <p14:xfrm>
              <a:off x="368280" y="971640"/>
              <a:ext cx="11265120" cy="382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A70727-EADD-2D17-2A3E-DC5FB9990E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920" y="962280"/>
                <a:ext cx="11283840" cy="38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08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8D7F-1553-E8A9-1440-1ABF7F20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19D5-AD07-724A-E4BC-2FE571816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08</a:t>
            </a:r>
          </a:p>
          <a:p>
            <a:pPr marL="0" indent="0">
              <a:buNone/>
            </a:pPr>
            <a:r>
              <a:rPr lang="en-US" dirty="0"/>
              <a:t>What is the CNF form for the following sentence? </a:t>
            </a:r>
          </a:p>
          <a:p>
            <a:pPr marL="0" indent="0">
              <a:buNone/>
            </a:pPr>
            <a:r>
              <a:rPr lang="en-US" dirty="0"/>
              <a:t>(P =&gt; P) &lt;=&gt; Q 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v ¬P v ¬Q) ^ (¬P v Q) ^ (P v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(¬P v ¬Q) ^ (¬P v Q) ^ (P v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^ ¬Q) v (¬P ^ Q) v (P ^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^ ¬P) v (¬Q ^ ¬P) v (Q ^ 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2154A-3158-09BD-15CF-ED241BB8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18" y="2159280"/>
            <a:ext cx="5685013" cy="36198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386A579-2998-EF71-0304-02453DAD6CFE}"/>
                  </a:ext>
                </a:extLst>
              </p14:cNvPr>
              <p14:cNvContentPartPr/>
              <p14:nvPr/>
            </p14:nvContentPartPr>
            <p14:xfrm>
              <a:off x="241200" y="584280"/>
              <a:ext cx="10751040" cy="4362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386A579-2998-EF71-0304-02453DAD6C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840" y="574920"/>
                <a:ext cx="10769760" cy="438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628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62F5-8913-A381-30DF-EE125F89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D7B65-85FB-1731-C4E5-2F39D8A6E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3" y="773574"/>
            <a:ext cx="12248537" cy="61778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 08 (Working)</a:t>
            </a:r>
          </a:p>
          <a:p>
            <a:pPr marL="0" indent="0">
              <a:buNone/>
            </a:pPr>
            <a:r>
              <a:rPr lang="en-US" dirty="0"/>
              <a:t>What is the CNF form for the following sentence? </a:t>
            </a:r>
          </a:p>
          <a:p>
            <a:pPr marL="0" indent="0">
              <a:buNone/>
            </a:pPr>
            <a:r>
              <a:rPr lang="en-US" dirty="0"/>
              <a:t>(P =&gt; P) &lt;=&gt; Q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¬P v P </a:t>
            </a:r>
            <a:r>
              <a:rPr lang="en-US" dirty="0">
                <a:sym typeface="Wingdings" panose="05000000000000000000" pitchFamily="2" charset="2"/>
              </a:rPr>
              <a:t> &lt;==&gt; Q    # implication elimination </a:t>
            </a:r>
            <a:r>
              <a:rPr lang="el-GR" spc="50" dirty="0">
                <a:latin typeface="Garamond"/>
                <a:cs typeface="Garamond"/>
              </a:rPr>
              <a:t>(</a:t>
            </a:r>
            <a:r>
              <a:rPr lang="el-GR" i="1" spc="50" dirty="0">
                <a:latin typeface="Bookman Old Style"/>
                <a:cs typeface="Bookman Old Style"/>
              </a:rPr>
              <a:t>α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84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40" dirty="0">
                <a:latin typeface="Lucida Sans Unicode"/>
                <a:cs typeface="Lucida Sans Unicode"/>
              </a:rPr>
              <a:t> 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40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∨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/>
              <a:t>¬P v P </a:t>
            </a:r>
            <a:r>
              <a:rPr lang="en-US" dirty="0">
                <a:sym typeface="Wingdings" panose="05000000000000000000" pitchFamily="2" charset="2"/>
              </a:rPr>
              <a:t>=&gt; Q) ^ (Q =&gt;</a:t>
            </a:r>
            <a:r>
              <a:rPr lang="en-US" dirty="0"/>
              <a:t>¬P v P</a:t>
            </a:r>
            <a:r>
              <a:rPr lang="en-US" dirty="0">
                <a:sym typeface="Wingdings" panose="05000000000000000000" pitchFamily="2" charset="2"/>
              </a:rPr>
              <a:t>)    #bidirectional elimination </a:t>
            </a:r>
            <a:r>
              <a:rPr lang="el-GR" spc="50" dirty="0">
                <a:latin typeface="Garamond"/>
                <a:cs typeface="Garamond"/>
              </a:rPr>
              <a:t>(</a:t>
            </a:r>
            <a:r>
              <a:rPr lang="el-GR" i="1" spc="50" dirty="0">
                <a:latin typeface="Bookman Old Style"/>
                <a:cs typeface="Bookman Old Style"/>
              </a:rPr>
              <a:t>α</a:t>
            </a:r>
            <a:r>
              <a:rPr lang="el-GR" spc="-405" dirty="0">
                <a:latin typeface="Lucida Sans Unicode"/>
                <a:cs typeface="Lucida Sans Unicode"/>
              </a:rPr>
              <a:t>⇔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84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35" dirty="0">
                <a:latin typeface="Lucida Sans Unicode"/>
                <a:cs typeface="Lucida Sans Unicode"/>
              </a:rPr>
              <a:t> </a:t>
            </a:r>
            <a:r>
              <a:rPr lang="el-GR" spc="80" dirty="0">
                <a:latin typeface="Garamond"/>
                <a:cs typeface="Garamond"/>
              </a:rPr>
              <a:t>((</a:t>
            </a:r>
            <a:r>
              <a:rPr lang="el-GR" i="1" spc="80" dirty="0">
                <a:latin typeface="Bookman Old Style"/>
                <a:cs typeface="Bookman Old Style"/>
              </a:rPr>
              <a:t>α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-55" dirty="0">
                <a:latin typeface="Garamond"/>
                <a:cs typeface="Garamond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∧</a:t>
            </a:r>
            <a:r>
              <a:rPr lang="el-GR" spc="-195" dirty="0">
                <a:latin typeface="Lucida Sans Unicode"/>
                <a:cs typeface="Lucida Sans Unicode"/>
              </a:rPr>
              <a:t> </a:t>
            </a:r>
            <a:r>
              <a:rPr lang="el-GR" spc="15" dirty="0">
                <a:latin typeface="Garamond"/>
                <a:cs typeface="Garamond"/>
              </a:rPr>
              <a:t>(</a:t>
            </a:r>
            <a:r>
              <a:rPr lang="el-GR" i="1" spc="15" dirty="0">
                <a:latin typeface="Bookman Old Style"/>
                <a:cs typeface="Bookman Old Style"/>
              </a:rPr>
              <a:t>β</a:t>
            </a:r>
            <a:r>
              <a:rPr lang="en-US" i="1" spc="15" dirty="0">
                <a:latin typeface="Bookman Old Style"/>
                <a:cs typeface="Bookman Old Style"/>
              </a:rPr>
              <a:t> 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80" dirty="0">
                <a:latin typeface="Bookman Old Style"/>
                <a:cs typeface="Bookman Old Style"/>
              </a:rPr>
              <a:t>α</a:t>
            </a:r>
            <a:r>
              <a:rPr lang="el-GR" spc="80" dirty="0">
                <a:latin typeface="Garamond"/>
                <a:cs typeface="Garamond"/>
              </a:rPr>
              <a:t>))</a:t>
            </a:r>
            <a:r>
              <a:rPr lang="en-US" dirty="0">
                <a:sym typeface="Wingdings" panose="05000000000000000000" pitchFamily="2" charset="2"/>
              </a:rPr>
              <a:t> 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(¬ (¬P v P) v</a:t>
            </a:r>
            <a:r>
              <a:rPr lang="en-US" dirty="0">
                <a:sym typeface="Wingdings" panose="05000000000000000000" pitchFamily="2" charset="2"/>
              </a:rPr>
              <a:t> Q) ^ (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P))  # </a:t>
            </a:r>
            <a:r>
              <a:rPr lang="en-US" dirty="0">
                <a:sym typeface="Wingdings" panose="05000000000000000000" pitchFamily="2" charset="2"/>
              </a:rPr>
              <a:t>implication elimination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(¬ (¬P v P) </a:t>
            </a:r>
            <a:r>
              <a:rPr lang="en-US" dirty="0"/>
              <a:t>v</a:t>
            </a:r>
            <a:r>
              <a:rPr lang="en-US" dirty="0">
                <a:sym typeface="Wingdings" panose="05000000000000000000" pitchFamily="2" charset="2"/>
              </a:rPr>
              <a:t> Q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en-US" dirty="0">
                <a:sym typeface="Wingdings" panose="05000000000000000000" pitchFamily="2" charset="2"/>
              </a:rPr>
              <a:t> 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 </a:t>
            </a:r>
            <a:r>
              <a:rPr lang="en-US" dirty="0">
                <a:solidFill>
                  <a:srgbClr val="FF0000"/>
                </a:solidFill>
              </a:rPr>
              <a:t># Apply de Morgans Law 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40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∧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90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40" dirty="0">
                <a:latin typeface="Lucida Sans Unicode"/>
                <a:cs typeface="Lucida Sans Unicode"/>
              </a:rPr>
              <a:t> 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35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∨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spc="-40" dirty="0">
                <a:latin typeface="Lucida Sans Unicode"/>
                <a:cs typeface="Lucida Sans Unicode"/>
              </a:rPr>
              <a:t>¬</a:t>
            </a:r>
            <a:r>
              <a:rPr lang="el-GR" i="1" spc="-40" dirty="0">
                <a:latin typeface="Bookman Old Style"/>
                <a:cs typeface="Bookman Old Style"/>
              </a:rPr>
              <a:t>β</a:t>
            </a:r>
            <a:r>
              <a:rPr lang="el-GR" spc="-40" dirty="0">
                <a:latin typeface="Garamond"/>
                <a:cs typeface="Garamond"/>
              </a:rPr>
              <a:t>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((P ^ ¬P) v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Q)</a:t>
            </a:r>
            <a:r>
              <a:rPr lang="en-US" dirty="0">
                <a:sym typeface="Wingdings" panose="05000000000000000000" pitchFamily="2" charset="2"/>
              </a:rPr>
              <a:t> 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 </a:t>
            </a:r>
            <a:r>
              <a:rPr lang="en-US" dirty="0">
                <a:solidFill>
                  <a:srgbClr val="FF0000"/>
                </a:solidFill>
              </a:rPr>
              <a:t># Apply distributive Law (logical equivalence Table)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(P v Q) ^ (¬P v Q) </a:t>
            </a:r>
            <a:r>
              <a:rPr lang="en-US" dirty="0">
                <a:sym typeface="Wingdings" panose="05000000000000000000" pitchFamily="2" charset="2"/>
              </a:rPr>
              <a:t>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</a:t>
            </a:r>
          </a:p>
          <a:p>
            <a:pPr marL="0" indent="0">
              <a:buNone/>
            </a:pPr>
            <a:r>
              <a:rPr lang="en-US" dirty="0"/>
              <a:t>(P v Q) ^ (¬P v Q)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^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 ¬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Q  v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¬P v P) 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 ¬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Q  v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¬P v P) ^ (P v Q) ^ (¬P v Q)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A4987D-88DC-E55F-ED69-CAD99E9441B9}"/>
                  </a:ext>
                </a:extLst>
              </p14:cNvPr>
              <p14:cNvContentPartPr/>
              <p14:nvPr/>
            </p14:nvContentPartPr>
            <p14:xfrm>
              <a:off x="0" y="57240"/>
              <a:ext cx="12001680" cy="567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A4987D-88DC-E55F-ED69-CAD99E9441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47880"/>
                <a:ext cx="12020400" cy="56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8473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DBA7-969E-CA4F-5E54-74EBBAD2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3A808-4DA9-D6E4-45B0-2D7F59033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0" y="252464"/>
            <a:ext cx="12248537" cy="61778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 08 (Working)</a:t>
            </a:r>
          </a:p>
          <a:p>
            <a:pPr marL="0" indent="0">
              <a:buNone/>
            </a:pPr>
            <a:r>
              <a:rPr lang="en-US" dirty="0"/>
              <a:t>What is the CNF form for the following sentence? </a:t>
            </a:r>
          </a:p>
          <a:p>
            <a:pPr marL="0" indent="0">
              <a:buNone/>
            </a:pPr>
            <a:r>
              <a:rPr lang="en-US" dirty="0"/>
              <a:t>(P =&gt; P) &lt;=&gt; Q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¬P v P </a:t>
            </a:r>
            <a:r>
              <a:rPr lang="en-US" dirty="0">
                <a:sym typeface="Wingdings" panose="05000000000000000000" pitchFamily="2" charset="2"/>
              </a:rPr>
              <a:t> &lt;==&gt; Q    # implication elimination </a:t>
            </a:r>
            <a:r>
              <a:rPr lang="el-GR" spc="50" dirty="0">
                <a:latin typeface="Garamond"/>
                <a:cs typeface="Garamond"/>
              </a:rPr>
              <a:t>(</a:t>
            </a:r>
            <a:r>
              <a:rPr lang="el-GR" i="1" spc="50" dirty="0">
                <a:latin typeface="Bookman Old Style"/>
                <a:cs typeface="Bookman Old Style"/>
              </a:rPr>
              <a:t>α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84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40" dirty="0">
                <a:latin typeface="Lucida Sans Unicode"/>
                <a:cs typeface="Lucida Sans Unicode"/>
              </a:rPr>
              <a:t> 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40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∨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/>
              <a:t>¬P v P </a:t>
            </a:r>
            <a:r>
              <a:rPr lang="en-US" dirty="0">
                <a:sym typeface="Wingdings" panose="05000000000000000000" pitchFamily="2" charset="2"/>
              </a:rPr>
              <a:t>=&gt; Q) ^ (Q =&gt;</a:t>
            </a:r>
            <a:r>
              <a:rPr lang="en-US" dirty="0"/>
              <a:t>¬P v P</a:t>
            </a:r>
            <a:r>
              <a:rPr lang="en-US" dirty="0">
                <a:sym typeface="Wingdings" panose="05000000000000000000" pitchFamily="2" charset="2"/>
              </a:rPr>
              <a:t>)    #bidirectional elimination </a:t>
            </a:r>
            <a:r>
              <a:rPr lang="el-GR" spc="50" dirty="0">
                <a:latin typeface="Garamond"/>
                <a:cs typeface="Garamond"/>
              </a:rPr>
              <a:t>(</a:t>
            </a:r>
            <a:r>
              <a:rPr lang="el-GR" i="1" spc="50" dirty="0">
                <a:latin typeface="Bookman Old Style"/>
                <a:cs typeface="Bookman Old Style"/>
              </a:rPr>
              <a:t>α</a:t>
            </a:r>
            <a:r>
              <a:rPr lang="el-GR" spc="-405" dirty="0">
                <a:latin typeface="Lucida Sans Unicode"/>
                <a:cs typeface="Lucida Sans Unicode"/>
              </a:rPr>
              <a:t>⇔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84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35" dirty="0">
                <a:latin typeface="Lucida Sans Unicode"/>
                <a:cs typeface="Lucida Sans Unicode"/>
              </a:rPr>
              <a:t> </a:t>
            </a:r>
            <a:r>
              <a:rPr lang="el-GR" spc="80" dirty="0">
                <a:latin typeface="Garamond"/>
                <a:cs typeface="Garamond"/>
              </a:rPr>
              <a:t>((</a:t>
            </a:r>
            <a:r>
              <a:rPr lang="el-GR" i="1" spc="80" dirty="0">
                <a:latin typeface="Bookman Old Style"/>
                <a:cs typeface="Bookman Old Style"/>
              </a:rPr>
              <a:t>α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-55" dirty="0">
                <a:latin typeface="Garamond"/>
                <a:cs typeface="Garamond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∧</a:t>
            </a:r>
            <a:r>
              <a:rPr lang="el-GR" spc="-195" dirty="0">
                <a:latin typeface="Lucida Sans Unicode"/>
                <a:cs typeface="Lucida Sans Unicode"/>
              </a:rPr>
              <a:t> </a:t>
            </a:r>
            <a:r>
              <a:rPr lang="el-GR" spc="15" dirty="0">
                <a:latin typeface="Garamond"/>
                <a:cs typeface="Garamond"/>
              </a:rPr>
              <a:t>(</a:t>
            </a:r>
            <a:r>
              <a:rPr lang="el-GR" i="1" spc="15" dirty="0">
                <a:latin typeface="Bookman Old Style"/>
                <a:cs typeface="Bookman Old Style"/>
              </a:rPr>
              <a:t>β</a:t>
            </a:r>
            <a:r>
              <a:rPr lang="en-US" i="1" spc="15" dirty="0">
                <a:latin typeface="Bookman Old Style"/>
                <a:cs typeface="Bookman Old Style"/>
              </a:rPr>
              <a:t> </a:t>
            </a:r>
            <a:r>
              <a:rPr lang="el-GR" spc="140" dirty="0">
                <a:latin typeface="Lucida Sans Unicode"/>
                <a:cs typeface="Lucida Sans Unicode"/>
              </a:rPr>
              <a:t>⇒</a:t>
            </a:r>
            <a:r>
              <a:rPr lang="el-GR" i="1" spc="80" dirty="0">
                <a:latin typeface="Bookman Old Style"/>
                <a:cs typeface="Bookman Old Style"/>
              </a:rPr>
              <a:t>α</a:t>
            </a:r>
            <a:r>
              <a:rPr lang="el-GR" spc="80" dirty="0">
                <a:latin typeface="Garamond"/>
                <a:cs typeface="Garamond"/>
              </a:rPr>
              <a:t>))</a:t>
            </a:r>
            <a:r>
              <a:rPr lang="en-US" dirty="0">
                <a:sym typeface="Wingdings" panose="05000000000000000000" pitchFamily="2" charset="2"/>
              </a:rPr>
              <a:t> 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(¬ (¬P v P) v</a:t>
            </a:r>
            <a:r>
              <a:rPr lang="en-US" dirty="0">
                <a:sym typeface="Wingdings" panose="05000000000000000000" pitchFamily="2" charset="2"/>
              </a:rPr>
              <a:t> Q) ^ (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P))  # </a:t>
            </a:r>
            <a:r>
              <a:rPr lang="en-US" dirty="0">
                <a:sym typeface="Wingdings" panose="05000000000000000000" pitchFamily="2" charset="2"/>
              </a:rPr>
              <a:t>implication elimination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(¬ (¬P v P) </a:t>
            </a:r>
            <a:r>
              <a:rPr lang="en-US" dirty="0"/>
              <a:t>v</a:t>
            </a:r>
            <a:r>
              <a:rPr lang="en-US" dirty="0">
                <a:sym typeface="Wingdings" panose="05000000000000000000" pitchFamily="2" charset="2"/>
              </a:rPr>
              <a:t> Q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en-US" dirty="0">
                <a:sym typeface="Wingdings" panose="05000000000000000000" pitchFamily="2" charset="2"/>
              </a:rPr>
              <a:t> 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 </a:t>
            </a:r>
            <a:r>
              <a:rPr lang="en-US" dirty="0">
                <a:solidFill>
                  <a:srgbClr val="FF0000"/>
                </a:solidFill>
              </a:rPr>
              <a:t># Apply de Morgans Law 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40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∧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i="1" spc="70" dirty="0">
                <a:latin typeface="Bookman Old Style"/>
                <a:cs typeface="Bookman Old Style"/>
              </a:rPr>
              <a:t>β</a:t>
            </a:r>
            <a:r>
              <a:rPr lang="el-GR" spc="70" dirty="0">
                <a:latin typeface="Garamond"/>
                <a:cs typeface="Garamond"/>
              </a:rPr>
              <a:t>)</a:t>
            </a:r>
            <a:r>
              <a:rPr lang="el-GR" spc="490" dirty="0">
                <a:latin typeface="Garamond"/>
                <a:cs typeface="Garamond"/>
              </a:rPr>
              <a:t> </a:t>
            </a:r>
            <a:r>
              <a:rPr lang="el-GR" spc="-25" dirty="0">
                <a:latin typeface="Lucida Sans Unicode"/>
                <a:cs typeface="Lucida Sans Unicode"/>
              </a:rPr>
              <a:t>≡</a:t>
            </a:r>
            <a:r>
              <a:rPr lang="el-GR" spc="340" dirty="0">
                <a:latin typeface="Lucida Sans Unicode"/>
                <a:cs typeface="Lucida Sans Unicode"/>
              </a:rPr>
              <a:t> </a:t>
            </a:r>
            <a:r>
              <a:rPr lang="el-GR" spc="-50" dirty="0">
                <a:latin typeface="Garamond"/>
                <a:cs typeface="Garamond"/>
              </a:rPr>
              <a:t>(</a:t>
            </a:r>
            <a:r>
              <a:rPr lang="el-GR" spc="-50" dirty="0">
                <a:latin typeface="Lucida Sans Unicode"/>
                <a:cs typeface="Lucida Sans Unicode"/>
              </a:rPr>
              <a:t>¬</a:t>
            </a:r>
            <a:r>
              <a:rPr lang="el-GR" i="1" spc="-50" dirty="0">
                <a:latin typeface="Bookman Old Style"/>
                <a:cs typeface="Bookman Old Style"/>
              </a:rPr>
              <a:t>α</a:t>
            </a:r>
            <a:r>
              <a:rPr lang="el-GR" i="1" spc="-135" dirty="0">
                <a:latin typeface="Bookman Old Style"/>
                <a:cs typeface="Bookman Old Style"/>
              </a:rPr>
              <a:t> </a:t>
            </a:r>
            <a:r>
              <a:rPr lang="el-GR" spc="-254" dirty="0">
                <a:latin typeface="Lucida Sans Unicode"/>
                <a:cs typeface="Lucida Sans Unicode"/>
              </a:rPr>
              <a:t>∨</a:t>
            </a:r>
            <a:r>
              <a:rPr lang="el-GR" spc="-190" dirty="0">
                <a:latin typeface="Lucida Sans Unicode"/>
                <a:cs typeface="Lucida Sans Unicode"/>
              </a:rPr>
              <a:t> </a:t>
            </a:r>
            <a:r>
              <a:rPr lang="el-GR" spc="-40" dirty="0">
                <a:latin typeface="Lucida Sans Unicode"/>
                <a:cs typeface="Lucida Sans Unicode"/>
              </a:rPr>
              <a:t>¬</a:t>
            </a:r>
            <a:r>
              <a:rPr lang="el-GR" i="1" spc="-40" dirty="0">
                <a:latin typeface="Bookman Old Style"/>
                <a:cs typeface="Bookman Old Style"/>
              </a:rPr>
              <a:t>β</a:t>
            </a:r>
            <a:r>
              <a:rPr lang="el-GR" spc="-40" dirty="0">
                <a:latin typeface="Garamond"/>
                <a:cs typeface="Garamond"/>
              </a:rPr>
              <a:t>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((P ^ ¬P) v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Q)</a:t>
            </a:r>
            <a:r>
              <a:rPr lang="en-US" dirty="0">
                <a:sym typeface="Wingdings" panose="05000000000000000000" pitchFamily="2" charset="2"/>
              </a:rPr>
              <a:t> 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 </a:t>
            </a:r>
            <a:r>
              <a:rPr lang="en-US" dirty="0">
                <a:solidFill>
                  <a:srgbClr val="FF0000"/>
                </a:solidFill>
              </a:rPr>
              <a:t># Apply distributive Law (logical equivalence Table)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(P v Q) ^ (¬P v Q) </a:t>
            </a:r>
            <a:r>
              <a:rPr lang="en-US" dirty="0">
                <a:sym typeface="Wingdings" panose="05000000000000000000" pitchFamily="2" charset="2"/>
              </a:rPr>
              <a:t>^ </a:t>
            </a:r>
            <a:r>
              <a:rPr lang="en-US" dirty="0"/>
              <a:t>¬ </a:t>
            </a:r>
            <a:r>
              <a:rPr lang="en-US" dirty="0">
                <a:sym typeface="Wingdings" panose="05000000000000000000" pitchFamily="2" charset="2"/>
              </a:rPr>
              <a:t>Q  v </a:t>
            </a:r>
            <a:r>
              <a:rPr lang="en-US" dirty="0"/>
              <a:t>(¬P v P)</a:t>
            </a:r>
          </a:p>
          <a:p>
            <a:pPr marL="0" indent="0">
              <a:buNone/>
            </a:pPr>
            <a:r>
              <a:rPr lang="en-US" dirty="0"/>
              <a:t>(P v Q) ^ (¬P v Q)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^</a:t>
            </a:r>
            <a:r>
              <a:rPr lang="en-US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 ¬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Q  v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¬P v P) 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 ¬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Q  v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¬P v P) ^ (P v Q) ^ (¬P v Q)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03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BE901-CFF4-E2D8-11B3-4452CC45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70292-101D-EA25-6B27-C8B2F6023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Question 08</a:t>
            </a:r>
          </a:p>
          <a:p>
            <a:pPr marL="0" indent="0">
              <a:buNone/>
            </a:pPr>
            <a:r>
              <a:rPr lang="en-US" dirty="0"/>
              <a:t>What is the CNF form for the following sentence? </a:t>
            </a:r>
          </a:p>
          <a:p>
            <a:pPr marL="0" indent="0">
              <a:buNone/>
            </a:pPr>
            <a:r>
              <a:rPr lang="en-US" dirty="0"/>
              <a:t>(P =&gt; P) &lt;=&gt; Q 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v ¬P v ¬Q) ^ (¬P v Q) ^ (P v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(¬P v ¬Q) ^ (¬P v Q) ^ (P v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^ ¬Q) v (¬P ^ Q) v (P ^ Q)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(P ^ ¬P) v (¬Q ^ ¬P) v (Q ^ P)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(P v Q) ^ (¬P v Q)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^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 ¬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Q  v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¬P v P)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13A886-D215-F2B5-212C-5BE482890FA5}"/>
                  </a:ext>
                </a:extLst>
              </p14:cNvPr>
              <p14:cNvContentPartPr/>
              <p14:nvPr/>
            </p14:nvContentPartPr>
            <p14:xfrm>
              <a:off x="133200" y="1905120"/>
              <a:ext cx="5760000" cy="306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13A886-D215-F2B5-212C-5BE482890F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840" y="1895760"/>
                <a:ext cx="5778720" cy="30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7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01E8-8600-2D8D-E137-95C34A28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D7BF-72EC-1EBF-9758-E6647ED8E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43040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09</a:t>
            </a:r>
          </a:p>
          <a:p>
            <a:pPr marL="0" indent="0">
              <a:buNone/>
            </a:pPr>
            <a:r>
              <a:rPr lang="en-US" dirty="0"/>
              <a:t>The CNF (Clausal) form of  A-&gt;(B ^C) is 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</a:t>
            </a:r>
            <a:r>
              <a:rPr lang="en-US" dirty="0" err="1"/>
              <a:t>AvB</a:t>
            </a:r>
            <a:r>
              <a:rPr lang="en-US" dirty="0"/>
              <a:t>)^ (¬ </a:t>
            </a:r>
            <a:r>
              <a:rPr lang="en-US" dirty="0" err="1"/>
              <a:t>AvC</a:t>
            </a:r>
            <a:r>
              <a:rPr lang="en-US" dirty="0"/>
              <a:t>)     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(¬ Av ¬ B)^ (</a:t>
            </a:r>
            <a:r>
              <a:rPr lang="en-US" dirty="0" err="1"/>
              <a:t>AvC</a:t>
            </a:r>
            <a:r>
              <a:rPr lang="en-US" dirty="0"/>
              <a:t>) 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(Av ¬ B)^(Av ¬ C) 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(¬ </a:t>
            </a:r>
            <a:r>
              <a:rPr lang="en-US" dirty="0" err="1"/>
              <a:t>AvB</a:t>
            </a:r>
            <a:r>
              <a:rPr lang="en-US" dirty="0"/>
              <a:t>)^(¬ </a:t>
            </a:r>
            <a:r>
              <a:rPr lang="en-US" dirty="0" err="1"/>
              <a:t>AvC</a:t>
            </a:r>
            <a:r>
              <a:rPr lang="en-US" dirty="0"/>
              <a:t>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A686C2E-6639-B616-4D06-142D349AF789}"/>
              </a:ext>
            </a:extLst>
          </p:cNvPr>
          <p:cNvSpPr txBox="1">
            <a:spLocks/>
          </p:cNvSpPr>
          <p:nvPr/>
        </p:nvSpPr>
        <p:spPr>
          <a:xfrm>
            <a:off x="5651088" y="773573"/>
            <a:ext cx="6334435" cy="5145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CNF (Clausal) form of  A-&gt;(B ^C) is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Replace implication</a:t>
            </a:r>
          </a:p>
          <a:p>
            <a:pPr marL="0" indent="0">
              <a:buNone/>
            </a:pPr>
            <a:r>
              <a:rPr lang="en-US" dirty="0"/>
              <a:t>A-&gt;(B ^C)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¬ A v (B ^C)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Apply de Morgan’s Law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(¬ A v B) ^ (¬ A v C)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0E8AA7-DA21-9652-AB73-8D97CAD94AFF}"/>
                  </a:ext>
                </a:extLst>
              </p14:cNvPr>
              <p14:cNvContentPartPr/>
              <p14:nvPr/>
            </p14:nvContentPartPr>
            <p14:xfrm>
              <a:off x="685800" y="1847880"/>
              <a:ext cx="11474640" cy="285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0E8AA7-DA21-9652-AB73-8D97CAD94A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440" y="1838520"/>
                <a:ext cx="11493360" cy="287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80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AD31-3C50-888E-2186-E3B48939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307FA-00D3-9943-9656-B7E8E436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Question 10</a:t>
            </a:r>
          </a:p>
          <a:p>
            <a:pPr marL="0" indent="0">
              <a:buNone/>
            </a:pPr>
            <a:r>
              <a:rPr lang="en-US" dirty="0"/>
              <a:t>The following game tree generated using the </a:t>
            </a:r>
            <a:r>
              <a:rPr lang="en-US" dirty="0" err="1"/>
              <a:t>MiniMax</a:t>
            </a:r>
            <a:r>
              <a:rPr lang="en-US" dirty="0"/>
              <a:t> algorithm. What will be the value in the root node? 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100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F1F06-FEDB-BA78-49F2-905ECFE96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193" y="2070538"/>
            <a:ext cx="5477639" cy="32675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A24B085-EA72-BFAA-196C-F40494D4CC1A}"/>
                  </a:ext>
                </a:extLst>
              </p14:cNvPr>
              <p14:cNvContentPartPr/>
              <p14:nvPr/>
            </p14:nvContentPartPr>
            <p14:xfrm>
              <a:off x="488880" y="1657440"/>
              <a:ext cx="10833480" cy="323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A24B085-EA72-BFAA-196C-F40494D4CC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520" y="1648080"/>
                <a:ext cx="10852200" cy="325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8840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4308-39E1-855D-EB27-BE28DC4B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768A-B46F-9ADB-BCAE-3D60009F7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11</a:t>
            </a:r>
          </a:p>
          <a:p>
            <a:pPr marL="0" indent="0">
              <a:buNone/>
            </a:pPr>
            <a:r>
              <a:rPr lang="en-US" dirty="0"/>
              <a:t>Which of the following is an Informed Search technique?   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Breadth first search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Depth first search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Depth limited search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A* algorithm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89163E-2DF7-12ED-9D7A-64AE2716D5EE}"/>
                  </a:ext>
                </a:extLst>
              </p14:cNvPr>
              <p14:cNvContentPartPr/>
              <p14:nvPr/>
            </p14:nvContentPartPr>
            <p14:xfrm>
              <a:off x="190440" y="2901960"/>
              <a:ext cx="10427040" cy="3949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89163E-2DF7-12ED-9D7A-64AE2716D5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080" y="2892600"/>
                <a:ext cx="10445760" cy="39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811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C06F-CF0A-0C72-9275-188FB7D42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AD21B-C3A7-1086-26E0-59A791AA0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3"/>
            <a:ext cx="10911349" cy="54994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12</a:t>
            </a:r>
          </a:p>
          <a:p>
            <a:pPr marL="0" indent="0">
              <a:buNone/>
            </a:pPr>
            <a:r>
              <a:rPr lang="en-US" dirty="0"/>
              <a:t>A knowledge base has the following rules   </a:t>
            </a:r>
          </a:p>
          <a:p>
            <a:pPr marL="0" indent="0">
              <a:buNone/>
            </a:pPr>
            <a:r>
              <a:rPr lang="en-US" dirty="0"/>
              <a:t>         1. P-&gt;Q                             2. L^ M-&gt;P                3. B^L-&gt;M </a:t>
            </a:r>
          </a:p>
          <a:p>
            <a:pPr marL="0" indent="0">
              <a:buNone/>
            </a:pPr>
            <a:r>
              <a:rPr lang="en-US" dirty="0"/>
              <a:t>         4. A^B-&gt;L                        5. A                              6. B                                  </a:t>
            </a:r>
          </a:p>
          <a:p>
            <a:pPr marL="0" indent="0">
              <a:buNone/>
            </a:pPr>
            <a:r>
              <a:rPr lang="en-US" dirty="0"/>
              <a:t>If the query Q has to be tested using backward chaining inference method, what sequence of the rule will be executed.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5,6,4,2,3,1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1,2,4,5,6,3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1, 5,6,2,3,4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5,6,2,3,4,1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4245D3-7498-21FF-776D-16B50F24999A}"/>
                  </a:ext>
                </a:extLst>
              </p14:cNvPr>
              <p14:cNvContentPartPr/>
              <p14:nvPr/>
            </p14:nvContentPartPr>
            <p14:xfrm>
              <a:off x="317520" y="1835280"/>
              <a:ext cx="11601720" cy="495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4245D3-7498-21FF-776D-16B50F2499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160" y="1825920"/>
                <a:ext cx="11620440" cy="497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08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F004-A4DA-CCEC-C26F-35BDEE9F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6D0A-C2A2-2F76-F071-926AA684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3"/>
            <a:ext cx="10911349" cy="6000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13</a:t>
            </a:r>
          </a:p>
          <a:p>
            <a:pPr marL="0" indent="0">
              <a:buNone/>
            </a:pPr>
            <a:r>
              <a:rPr lang="en-US" dirty="0"/>
              <a:t>What is the sequence of nodes visited during Depth First Search?      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1,2,3,4,5,6,7,8,9,10,11,12,13,14,15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1,2,4,8,9,5,10,11,3,6,12,13,7,14,15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1,2,4,9,8,5,11,10,3,6,13,12,7,15,14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13,6,12,13,7,14,15,2,4,8,9,5,10,11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5BDC27-EE05-5AA8-32FD-B6D03AA08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587" y="1685898"/>
            <a:ext cx="6096851" cy="25816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1A3E72-0DD8-DA2D-45A3-F963F45D372F}"/>
                  </a:ext>
                </a:extLst>
              </p14:cNvPr>
              <p14:cNvContentPartPr/>
              <p14:nvPr/>
            </p14:nvContentPartPr>
            <p14:xfrm>
              <a:off x="584280" y="1809720"/>
              <a:ext cx="9480960" cy="4375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1A3E72-0DD8-DA2D-45A3-F963F45D37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920" y="1800360"/>
                <a:ext cx="9499680" cy="439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5148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B82C-DB1C-E493-7AEF-2B95BD8F2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5AA81-9B49-3DBD-38DF-B573D9D28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0" y="773574"/>
            <a:ext cx="10911349" cy="4122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14</a:t>
            </a:r>
          </a:p>
          <a:p>
            <a:pPr marL="0" indent="0">
              <a:buNone/>
            </a:pPr>
            <a:r>
              <a:rPr lang="en-US" dirty="0"/>
              <a:t>IF alpha-beta pruning is used in the following graph, which of the following gives the alpha and beta values of node (E)     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2 , 5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3 , 5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5 , 3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3 , 9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84801-C221-D387-006D-5E38075D7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62381"/>
            <a:ext cx="4486901" cy="3429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5A8AE8-E110-AF4F-D568-D5F49F1C6E9B}"/>
                  </a:ext>
                </a:extLst>
              </p14:cNvPr>
              <p14:cNvContentPartPr/>
              <p14:nvPr/>
            </p14:nvContentPartPr>
            <p14:xfrm>
              <a:off x="488880" y="2470320"/>
              <a:ext cx="7480800" cy="234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5A8AE8-E110-AF4F-D568-D5F49F1C6E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520" y="2460960"/>
                <a:ext cx="7499520" cy="236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871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6BCD9-E21C-75AF-B236-2A2CCAEF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F0704-D72B-D591-8BA6-FF7C4919D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0" y="773573"/>
            <a:ext cx="10911349" cy="4122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15</a:t>
            </a:r>
          </a:p>
          <a:p>
            <a:pPr marL="0" indent="0">
              <a:buNone/>
            </a:pPr>
            <a:r>
              <a:rPr lang="en-US" dirty="0"/>
              <a:t>A∗ is applied to the problem of getting from Craiova to Bucharest using the straight-line distance heuristic. What is the cost for Pitesti after the application of the evaluation function f(x) = g(x) + h(x) ?      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61B4E2-43AE-1DF7-4AD0-5B633C9F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50" y="2835019"/>
            <a:ext cx="6362845" cy="29995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631269-17E2-FE1A-CC9D-731599EFB1D8}"/>
                  </a:ext>
                </a:extLst>
              </p14:cNvPr>
              <p14:cNvContentPartPr/>
              <p14:nvPr/>
            </p14:nvContentPartPr>
            <p14:xfrm>
              <a:off x="419040" y="406440"/>
              <a:ext cx="11678040" cy="6102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631269-17E2-FE1A-CC9D-731599EFB1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680" y="397080"/>
                <a:ext cx="11696760" cy="61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8245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1177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Bookman Old Style</vt:lpstr>
      <vt:lpstr>Garamond</vt:lpstr>
      <vt:lpstr>Lucida Sans Unicode</vt:lpstr>
      <vt:lpstr>Wingdings</vt:lpstr>
      <vt:lpstr>Office Theme</vt:lpstr>
      <vt:lpstr>Mock ICT01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Aloka Fernando</dc:creator>
  <cp:lastModifiedBy>Aloka Fernando</cp:lastModifiedBy>
  <cp:revision>4</cp:revision>
  <dcterms:created xsi:type="dcterms:W3CDTF">2025-12-04T18:34:36Z</dcterms:created>
  <dcterms:modified xsi:type="dcterms:W3CDTF">2025-12-08T11:42:59Z</dcterms:modified>
</cp:coreProperties>
</file>